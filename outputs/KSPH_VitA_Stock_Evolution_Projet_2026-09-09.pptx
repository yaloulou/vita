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039e8e72484231" /><Relationship Type="http://schemas.openxmlformats.org/officeDocument/2006/relationships/extended-properties" Target="/docProps/app.xml" Id="R9bdaf9da17534c6f" /><Relationship Type="http://schemas.openxmlformats.org/officeDocument/2006/relationships/officeDocument" Target="/ppt/presentation.xml" Id="R5b154b76c41742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ae3916ea784f5d"/>
  </p:sldMasterIdLst>
  <p:notesMasterIdLst>
    <p:notesMasterId xmlns:r="http://schemas.openxmlformats.org/officeDocument/2006/relationships" r:id="R95eea3d1113043eb"/>
  </p:notesMasterIdLst>
  <p:sldIdLst>
    <p:sldId xmlns:r="http://schemas.openxmlformats.org/officeDocument/2006/relationships" id="256" r:id="R0dea03f2dcbe4c11"/>
    <p:sldId xmlns:r="http://schemas.openxmlformats.org/officeDocument/2006/relationships" id="257" r:id="R1b31d9f69f7b4569"/>
    <p:sldId xmlns:r="http://schemas.openxmlformats.org/officeDocument/2006/relationships" id="258" r:id="Ra942091c10874978"/>
    <p:sldId xmlns:r="http://schemas.openxmlformats.org/officeDocument/2006/relationships" id="259" r:id="R7abe9e5f91914011"/>
    <p:sldId xmlns:r="http://schemas.openxmlformats.org/officeDocument/2006/relationships" id="260" r:id="R1f6d724616134100"/>
    <p:sldId xmlns:r="http://schemas.openxmlformats.org/officeDocument/2006/relationships" id="261" r:id="R37ab14e752dd4b05"/>
    <p:sldId xmlns:r="http://schemas.openxmlformats.org/officeDocument/2006/relationships" id="262" r:id="R14a063d4cdc743d2"/>
    <p:sldId xmlns:r="http://schemas.openxmlformats.org/officeDocument/2006/relationships" id="263" r:id="Ra3de0855ed7b43c4"/>
    <p:sldId xmlns:r="http://schemas.openxmlformats.org/officeDocument/2006/relationships" id="264" r:id="Ra56c5ad703b54780"/>
    <p:sldId xmlns:r="http://schemas.openxmlformats.org/officeDocument/2006/relationships" id="265" r:id="Rfb269e4278f14c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35174467d44955" /><Relationship Type="http://schemas.openxmlformats.org/officeDocument/2006/relationships/slideMaster" Target="/ppt/slideMasters/slideMaster1.xml" Id="R02ae3916ea784f5d" /><Relationship Type="http://schemas.openxmlformats.org/officeDocument/2006/relationships/notesMaster" Target="/ppt/notesMasters/notesMaster1.xml" Id="R95eea3d1113043eb" /><Relationship Type="http://schemas.openxmlformats.org/officeDocument/2006/relationships/presProps" Target="/ppt/presProps.xml" Id="Re10a518963674974" /><Relationship Type="http://schemas.openxmlformats.org/officeDocument/2006/relationships/tableStyles" Target="/ppt/tableStyles.xml" Id="R1e5398faf53a4d7e" /><Relationship Type="http://schemas.openxmlformats.org/officeDocument/2006/relationships/slide" Target="/ppt/slides/slide1.xml" Id="R0dea03f2dcbe4c11" /><Relationship Type="http://schemas.openxmlformats.org/officeDocument/2006/relationships/slide" Target="/ppt/slides/slide2.xml" Id="R1b31d9f69f7b4569" /><Relationship Type="http://schemas.openxmlformats.org/officeDocument/2006/relationships/slide" Target="/ppt/slides/slide3.xml" Id="Ra942091c10874978" /><Relationship Type="http://schemas.openxmlformats.org/officeDocument/2006/relationships/slide" Target="/ppt/slides/slide4.xml" Id="R7abe9e5f91914011" /><Relationship Type="http://schemas.openxmlformats.org/officeDocument/2006/relationships/slide" Target="/ppt/slides/slide5.xml" Id="R1f6d724616134100" /><Relationship Type="http://schemas.openxmlformats.org/officeDocument/2006/relationships/slide" Target="/ppt/slides/slide6.xml" Id="R37ab14e752dd4b05" /><Relationship Type="http://schemas.openxmlformats.org/officeDocument/2006/relationships/slide" Target="/ppt/slides/slide7.xml" Id="R14a063d4cdc743d2" /><Relationship Type="http://schemas.openxmlformats.org/officeDocument/2006/relationships/slide" Target="/ppt/slides/slide8.xml" Id="Ra3de0855ed7b43c4" /><Relationship Type="http://schemas.openxmlformats.org/officeDocument/2006/relationships/slide" Target="/ppt/slides/slide9.xml" Id="Ra56c5ad703b54780" /><Relationship Type="http://schemas.openxmlformats.org/officeDocument/2006/relationships/slide" Target="/ppt/slides/slide10.xml" Id="Rfb269e4278f14c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0aac66f22943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571d339f75426c" /><Relationship Type="http://schemas.openxmlformats.org/officeDocument/2006/relationships/notesMaster" Target="/ppt/notesMasters/notesMaster1.xml" Id="R11870c8ac4914a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e5f512301c4ecb" /><Relationship Type="http://schemas.openxmlformats.org/officeDocument/2006/relationships/notesMaster" Target="/ppt/notesMasters/notesMaster1.xml" Id="Rac13a5274db342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acb5a5d50644c5" /><Relationship Type="http://schemas.openxmlformats.org/officeDocument/2006/relationships/notesMaster" Target="/ppt/notesMasters/notesMaster1.xml" Id="Re68aff0ad49d48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4b293645584b57" /><Relationship Type="http://schemas.openxmlformats.org/officeDocument/2006/relationships/notesMaster" Target="/ppt/notesMasters/notesMaster1.xml" Id="R81ab7630964b4a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622f4a6b7e4754" /><Relationship Type="http://schemas.openxmlformats.org/officeDocument/2006/relationships/notesMaster" Target="/ppt/notesMasters/notesMaster1.xml" Id="R76fc8cbc1de24c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e909436a454de7" /><Relationship Type="http://schemas.openxmlformats.org/officeDocument/2006/relationships/notesMaster" Target="/ppt/notesMasters/notesMaster1.xml" Id="R9cce7f7c6339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03c2ff3f434db9" /><Relationship Type="http://schemas.openxmlformats.org/officeDocument/2006/relationships/notesMaster" Target="/ppt/notesMasters/notesMaster1.xml" Id="Ra6bd25d64ecc4a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91878d5a424d8d" /><Relationship Type="http://schemas.openxmlformats.org/officeDocument/2006/relationships/notesMaster" Target="/ppt/notesMasters/notesMaster1.xml" Id="Rd602aa6fcd274b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425664ed164272" /><Relationship Type="http://schemas.openxmlformats.org/officeDocument/2006/relationships/notesMaster" Target="/ppt/notesMasters/notesMaster1.xml" Id="R741fc392e06548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5629092abc4c37" /><Relationship Type="http://schemas.openxmlformats.org/officeDocument/2006/relationships/notesMaster" Target="/ppt/notesMasters/notesMaster1.xml" Id="R4c5c0bb33ca642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captures fournies par l'utilisateur et code local des projets vita_back, vita-frontend et vita_mobile.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Synthèse issue du besoin exprimé par l'utilisateur dans la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src/app.module.ts, src/auth/auth.controller.ts, src/inventory/inventory.controller.ts et configuration API front.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src/app.module.ts, src/auth/auth.controller.ts, src/users et src/inventory.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captures admin utilisateurs et référentiel fournies par l'utilisateur; code components/admin/admin-shell.tsx.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admin alertes fournie par l'utilisateur; endpoints /alerts, /alerts/evaluate et /alerts/:id.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mobile login; lib/features/auth/data/auth_repository.dart et écrans d'authentification Flutter.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mobile formulaire; lib/features/stock/data/stock_repository.dart et lib/features/stock/presentation/stock_entry_screen.dart.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fonctionnalités observées dans les projets web, mobile et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Synthèse de recommandations basée sur l'état actuel du projet et les objectifs exprimés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bf38df59148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3185c408564a5e" /><Relationship Type="http://schemas.openxmlformats.org/officeDocument/2006/relationships/slideLayout" Target="/ppt/slideLayouts/slideLayout1.xml" Id="R67d4610c771a46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d4610c771a46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c2385e95d4ee4" /><Relationship Type="http://schemas.openxmlformats.org/officeDocument/2006/relationships/image" Target="/ppt/media/image.jpeg" Id="R10ec809d6cc749f4" /><Relationship Type="http://schemas.openxmlformats.org/officeDocument/2006/relationships/notesSlide" Target="/ppt/notesSlides/notesSlide1.xml" Id="R913e48023b8843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cefb5b3044e00" /><Relationship Type="http://schemas.openxmlformats.org/officeDocument/2006/relationships/notesSlide" Target="/ppt/notesSlides/notesSlide2.xml" Id="R4889fc712fc743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55fceb0e848ad" /><Relationship Type="http://schemas.openxmlformats.org/officeDocument/2006/relationships/notesSlide" Target="/ppt/notesSlides/notesSlide3.xml" Id="R68c3317ad46641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6b2fbb88845fb" /><Relationship Type="http://schemas.openxmlformats.org/officeDocument/2006/relationships/notesSlide" Target="/ppt/notesSlides/notesSlide4.xml" Id="R1a315ab2d80e45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2ddbaedca49d8" /><Relationship Type="http://schemas.openxmlformats.org/officeDocument/2006/relationships/image" Target="/ppt/media/image2.jpeg" Id="Re2364f6a9a07455d" /><Relationship Type="http://schemas.openxmlformats.org/officeDocument/2006/relationships/image" Target="/ppt/media/image3.jpeg" Id="R90905bed0af64f7f" /><Relationship Type="http://schemas.openxmlformats.org/officeDocument/2006/relationships/notesSlide" Target="/ppt/notesSlides/notesSlide5.xml" Id="R4fd434e636de47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94b22662f41a1" /><Relationship Type="http://schemas.openxmlformats.org/officeDocument/2006/relationships/image" Target="/ppt/media/image4.jpeg" Id="R433e71421b304fb3" /><Relationship Type="http://schemas.openxmlformats.org/officeDocument/2006/relationships/notesSlide" Target="/ppt/notesSlides/notesSlide6.xml" Id="R0cfee396049a48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854efbec9450b" /><Relationship Type="http://schemas.openxmlformats.org/officeDocument/2006/relationships/image" Target="/ppt/media/image5.jpeg" Id="Re3aa1b79fcc54812" /><Relationship Type="http://schemas.openxmlformats.org/officeDocument/2006/relationships/notesSlide" Target="/ppt/notesSlides/notesSlide7.xml" Id="Raee1397f3ff64f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0175297804b16" /><Relationship Type="http://schemas.openxmlformats.org/officeDocument/2006/relationships/image" Target="/ppt/media/image6.jpeg" Id="Ra1447c29b4fd4a3f" /><Relationship Type="http://schemas.openxmlformats.org/officeDocument/2006/relationships/notesSlide" Target="/ppt/notesSlides/notesSlide8.xml" Id="Rf1178c56a4704b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fb974896c4603" /><Relationship Type="http://schemas.openxmlformats.org/officeDocument/2006/relationships/notesSlide" Target="/ppt/notesSlides/notesSlide9.xml" Id="R0c46d2c7221244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f9d0a811c4417" /><Relationship Type="http://schemas.openxmlformats.org/officeDocument/2006/relationships/notesSlide" Target="/ppt/notesSlides/notesSlide10.xml" Id="R9b91967e834847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B2E1D-6899-45BB-A34E-7E480191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8B503-7A30-427F-9FDD-C2901448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E9F7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A9265-584B-47DD-8018-0F232C22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B3899-19B6-4EA3-B0C8-5B64B5A9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Évolution du projet et fonctionnalités déjà disponibles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c809d6cc749f4"/>
          <a:srcRect xmlns:a="http://schemas.openxmlformats.org/drawingml/2006/main" l="2507" t="0" r="2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38375"/>
            <a:ext cx="4381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F5B8C-54D0-4ADD-9325-89CC968F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Plateforme de suivi des stocks de vitamine A, avec API backend, console administrative et application mobile terrain.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9CFA7-4CCB-47B2-B1B6-CEF02889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5EC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Version de démonstration fonctionnelle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C17DB-8561-4F5D-AEEA-BB00947F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781A6-0B12-4E07-9078-92EA24E2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2356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09054-7F7B-40EB-97F7-E4687E96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Objectif du projet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EF3C9-6485-4514-AA3C-3FFD3A1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Passer d'un suivi manuel à une supervision numérique des stocks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C4EC8-6F5B-4BB6-A5E2-100BF6B8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3DCA2-C726-4830-ACBB-DC59C803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B7C2F-ADBD-4002-9B67-DF3DB399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65D72-6872-470F-A131-43E6E840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9545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Collecter les quantités reçues, distribuées et disponibles dans les structures de santé.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96C28-BD14-4903-A35B-4FAB0FE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8A76D-2C65-4672-A810-F13896C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030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Conserver les données sur mobile lorsque la connexion Internet manque.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D87E2-6B4C-4FBC-B2F8-99ABC436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CC320-0290-4736-8625-6030064E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Synchroniser les saisies avec l'API dès que le réseau revient.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07671-DC25-4BAC-BBB6-6CDEA0F0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814FC-2A58-4CCD-B8F6-5A6EC031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Aider les responsables à repérer les risques de rupture plus tôt.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15106-7B2B-49A0-9F71-4EAE5A70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D322A-D07E-4783-8FF7-F34179A6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Périmètre actuel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1FE90-444B-4CFF-9EAA-46B629C0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Vitamine A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Structures de santé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Zones de santé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Province et national</a:t>
            </a:r>
          </a:p>
        </p:txBody>
      </p:sp>
    </p:spTree>
    <p:extLst>
      <p:ext uri="{BB962C8B-B14F-4D97-AF65-F5344CB8AC3E}">
        <p14:creationId xmlns:p14="http://schemas.microsoft.com/office/powerpoint/2010/main" val="1540115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01D7F-9D30-4230-98CD-AD9DF477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Architecture actuelle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7DA6E-ACD0-49D4-8BB7-58E22AF3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Trois briques connectées autour de l'API REST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81A26-54BE-4ED2-B16B-39CE24EA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D1E9B-12B9-4258-92CB-86FBCAF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0D3EC-BDA8-46B1-83DC-3DA7929F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EEA9E-289A-4870-BC59-AE9167D8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19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Backend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BE5BE-9747-4EA5-A083-07A74AAF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NestJS, Mongoose et MongoDB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D1CFF-CBDC-45E1-8E64-18465079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Authentification, référentiel, stocks, alertes, prévisions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EF4B8-4DE9-4AD1-A396-E0B8FAFB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6687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6561D-6BD2-42E7-BD5B-026DAE8E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19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Admin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529BB-7386-4880-9F56-4579B7A2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Console Next.js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D8539-931D-4BE3-8E88-19A6630C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Dashboard, utilisateurs, référentiel et traitement des alertes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CBDC9-B9B1-4702-A06B-B8EEC924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66875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E2707-E46A-412B-AC34-A0E143D8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Mobile terrain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1AA0E-0AA0-4330-9EF9-55475BF2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Application Flutter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64BFA-CD69-4345-982F-E20F0E71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Connexion, saisie stock, cache local et synchronisation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9E2C6-9C89-439E-BA11-04C71DD0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Déploiement cible: DigitalOcean App Platform avec MongoDB accessible via DATABASE_URL.</a:t>
            </a:r>
          </a:p>
        </p:txBody>
      </p:sp>
    </p:spTree>
    <p:extLst>
      <p:ext uri="{BB962C8B-B14F-4D97-AF65-F5344CB8AC3E}">
        <p14:creationId xmlns:p14="http://schemas.microsoft.com/office/powerpoint/2010/main" val="516586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868F9-34A0-490D-8113-7381BBE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Backend API disponible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48659-8B3B-488A-BC59-105BAEB9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base technique couvre les flux nécessaires au pilote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6AE3C-2B29-42A9-A78F-AC7A47D1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E9794-635B-44C5-A526-8AF000A1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2C1E0-0297-4E79-A5A6-22D99F10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6F9E4-BAFC-42FA-A126-F18478FB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954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Connexion MongoDB via DATABASE_URL et configuration adaptée au déploiement DigitalOcean.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2F5F9-8887-45BB-9CB3-6EF9517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043CF-D4DB-4C56-B842-31A14126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954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Auth avec login JWT, endpoint me et bootstrap du super utilisateur.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E28F3-B770-4C33-B4BC-BD6D7D4E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3115F-4E3A-4861-9D70-8843320F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954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Gestion des utilisateurs avec email, téléphone, rôles, statut et périmètre d'affectation.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9E46B-2C20-48E7-BEAC-3E5310DD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940C2-5D2C-43B2-A323-E82A2EDE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954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Référentiel des provinces, zones de santé, structures et produits suivis.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4B3BA-AC36-4AA6-A59D-DCC722C7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ABE4B-1574-4E66-A6BB-2C251DFF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954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Stocks, mouvements, seuils, horaires de rapport, synchronisation mobile, alertes et résumé dashboard.</a:t>
            </a:r>
          </a:p>
        </p:txBody>
      </p:sp>
    </p:spTree>
    <p:extLst>
      <p:ext uri="{BB962C8B-B14F-4D97-AF65-F5344CB8AC3E}">
        <p14:creationId xmlns:p14="http://schemas.microsoft.com/office/powerpoint/2010/main" val="1960336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A72E1-9505-40D8-9AC5-5AC9A99C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Console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A6A90-67C2-4A30-B5E9-8C054083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premiers blocs prioritaires sont en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A936F-2A82-4EFD-B8AE-55627A3B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0B2CF-7D16-44EA-AA1D-EF460EDA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64f6a9a07455d"/>
          <a:srcRect xmlns:a="http://schemas.openxmlformats.org/drawingml/2006/main" l="1569" t="0" r="1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76375"/>
            <a:ext cx="5143500" cy="28575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05bed0af64f7f"/>
          <a:srcRect xmlns:a="http://schemas.openxmlformats.org/drawingml/2006/main" l="1681" t="0" r="16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476375"/>
            <a:ext cx="51435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539A4-3F1B-4492-B555-F1FAAAAC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Utilisateurs: création de comptes avec rôle et périmètre.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Référentiel: création des provinces, zones, structures et produits.</a:t>
            </a:r>
          </a:p>
        </p:txBody>
      </p:sp>
    </p:spTree>
    <p:extLst>
      <p:ext uri="{BB962C8B-B14F-4D97-AF65-F5344CB8AC3E}">
        <p14:creationId xmlns:p14="http://schemas.microsoft.com/office/powerpoint/2010/main" val="1471476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7D183-A28D-4BA1-93DE-ADA5391D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Alertes opérationnelles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5FFFE-CBC7-443D-A4D3-94C53DF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console met en évidence les situations à traiter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E111E-78EF-4D12-A64C-FBD67385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AB780-FE1A-488A-BF21-877BCCD5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e71421b304fb3"/>
          <a:srcRect xmlns:a="http://schemas.openxmlformats.org/drawingml/2006/main" l="2222" t="0" r="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09700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19957-91D8-400E-831B-EC17BC69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DF321-4A0D-4BB6-860B-890EC646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Évaluation des alertes depuis la console.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9A7F7-D36A-4100-B368-0DBA9CE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925D1-0D1A-462A-9364-5FF58140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Détection du stock critique et des rapports manquants.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9C0AC-E682-4D97-B6A8-F45C11E8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BB1A6-D69D-4733-AF46-DA1BAEE9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29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Changement de statut pour accuser réception ou résoudre une alerte.</a:t>
            </a:r>
          </a:p>
        </p:txBody>
      </p:sp>
    </p:spTree>
    <p:extLst>
      <p:ext uri="{BB962C8B-B14F-4D97-AF65-F5344CB8AC3E}">
        <p14:creationId xmlns:p14="http://schemas.microsoft.com/office/powerpoint/2010/main" val="946529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0DBA6-3C87-4DD0-83A6-3F4339DA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Application 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9E313-D82D-4F9F-937E-F67E7488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L'accès terrain passe par une authentification sécurisée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A9C69-399D-4722-99A1-9182F1E7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9B03E-CB39-4251-8440-DF87E012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a1b79fcc54812"/>
          <a:stretch xmlns:a="http://schemas.openxmlformats.org/drawingml/2006/main"/>
        </p:blipFill>
        <p:spPr>
          <a:xfrm xmlns:a="http://schemas.openxmlformats.org/drawingml/2006/main">
            <a:off x="1382316" y="1257300"/>
            <a:ext cx="2207419" cy="4905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816EB-8FD3-43C1-B81A-A80877E4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4593C-9F29-43A8-8D73-BA09DE16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Connexion par téléphone ou email avec mot de passe.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1A50C-F533-405A-B2B9-DAE50869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8663F-B5BB-4881-BB60-D4A99836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384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Stockage du token dans un espace sécurisé du téléphone.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97DA3-E542-49ED-9F1D-D3DF5B03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D1902-1248-432C-8435-680F369D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623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Restauration de session possible même si le réseau est indisponible.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D3715-F925-431A-9988-0779C1DB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7F752-1984-4994-9D7B-667450E0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Lecture du profil connecté pour appliquer le rôle de l'utilisateur.</a:t>
            </a:r>
          </a:p>
        </p:txBody>
      </p:sp>
    </p:spTree>
    <p:extLst>
      <p:ext uri="{BB962C8B-B14F-4D97-AF65-F5344CB8AC3E}">
        <p14:creationId xmlns:p14="http://schemas.microsoft.com/office/powerpoint/2010/main" val="2033495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A5992-59BF-4DE1-A6C1-43EB01BF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Saisie mobile de stock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58E36-69AE-42E1-94C6-E6CB4534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 formulaire terrain couvre les quantités clés du suivi VitA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7DE47-07FF-4C58-82A7-57D5F993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0BDF8-0027-4889-A920-2A32AB8F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47c29b4fd4a3f"/>
          <a:stretch xmlns:a="http://schemas.openxmlformats.org/drawingml/2006/main"/>
        </p:blipFill>
        <p:spPr>
          <a:xfrm xmlns:a="http://schemas.openxmlformats.org/drawingml/2006/main">
            <a:off x="1197769" y="1200150"/>
            <a:ext cx="2271713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051C3-E0D6-4628-B58C-F96F32D1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E8A08-839F-4F21-873B-F2768BFF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Choix de la structure de santé et du produit suivi.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57A0A-F8AD-45F6-AE38-4F039E89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F3B0E-93CD-44AD-86B9-B9724AF2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384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Saisie des quantités reçues, distribuées et disponibles.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141F8-01B4-4796-A9AF-CB509227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F63A5-C398-4B7A-A079-BB303812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623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Déclaration de rupture et commentaire optionnel.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744A8-6255-4B41-9765-38F05117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C1376-D3DE-4911-BDC1-9224BBBF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Enregistrement local avant synchronisation vers le backend.</a:t>
            </a:r>
          </a:p>
        </p:txBody>
      </p:sp>
    </p:spTree>
    <p:extLst>
      <p:ext uri="{BB962C8B-B14F-4D97-AF65-F5344CB8AC3E}">
        <p14:creationId xmlns:p14="http://schemas.microsoft.com/office/powerpoint/2010/main" val="3450804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B1581-EFC8-43FD-A830-3F075C82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Couverture fonctionnelle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05040-93AA-4873-B0E4-773D7C0A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 pilote couvre les principaux usages du terrain et de l'administration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5844E-7192-4C5D-95A2-DE2CC0C0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D0F8C-27A4-467E-9134-C5AABE9C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B4820-9CFA-4DD7-9267-9BA0FF0B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935AA-D07E-4B24-8113-6F3BF37F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1D502-2683-45EC-AB03-C87811EF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Acteurs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60116-FA6E-4459-9740-D718B353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Connexion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Consultation des références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Saisie des stocks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Synchronisation des rapports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0C667-5CC3-4B37-9A94-09BE4C80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10C0F-27FD-4456-9CD9-019EC3DA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19375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Création des utilisateurs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Gestion du référentiel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Suivi des indicateurs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Évaluation et traitement des alertes</a:t>
            </a:r>
          </a:p>
        </p:txBody>
      </p:sp>
    </p:spTree>
    <p:extLst>
      <p:ext uri="{BB962C8B-B14F-4D97-AF65-F5344CB8AC3E}">
        <p14:creationId xmlns:p14="http://schemas.microsoft.com/office/powerpoint/2010/main" val="3354040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1BB11-0251-4BB9-9343-A674E7B5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Prochaines évolutions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BD824-8617-415D-BF98-E5B00500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suite peut renforcer l'exploitation réelle du système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0E343-987A-4412-9F35-37B50336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37296-44A9-424B-A0B9-309A5D9E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D2814-9A72-41D0-AB42-E9F6AF45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0D286-A549-40DA-A0E8-9CD16A1F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430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Protéger tous les endpoints sensibles par JWT, rôles et périmètres d'accès.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3F2E4-05BC-4378-B54E-DACA8FB9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AB46F-F863-4F42-95AB-D2EBF950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288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Brancher le dashboard sur des indicateurs réels par province, zone et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5F56B-51BE-4E61-AC23-C0F8C736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0E938-688C-474C-9613-D0090240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Ajouter les exports, les filtres avancés et l'historique détaillé des mouvements.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4CA89-D963-4AEA-811D-000B422C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DCE29-D98B-40BE-9AC1-8EA12E57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Finaliser la stratégie offline mobile avec reprise fine des erreurs de synchronisation.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2B5A0-0AD6-45AB-ABD3-8AD1E157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1F33A-D9D1-44FA-BC16-BE30A35A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Ajouter ensuite SMS, modèles prédictifs et assistant LLM lorsque les données historiques seront suffisantes.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ADE79-8482-4BBA-90B7-D45DFF10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3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Priorité recommandée: stabiliser les règles d'accès, les tests et le pilotage opérationnel avant les automatisations avancées.</a:t>
            </a:r>
          </a:p>
        </p:txBody>
      </p:sp>
    </p:spTree>
    <p:extLst>
      <p:ext uri="{BB962C8B-B14F-4D97-AF65-F5344CB8AC3E}">
        <p14:creationId xmlns:p14="http://schemas.microsoft.com/office/powerpoint/2010/main" val="602248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2026-09-09T11:33:07.3740000Z</dcterms:created>
  <dcterms:modified xsi:type="dcterms:W3CDTF">2026-09-09T11:33:07.3740000Z</dcterms:modified>
</coreProperties>
</file>