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f9e70e575c497f" /><Relationship Type="http://schemas.openxmlformats.org/officeDocument/2006/relationships/extended-properties" Target="/docProps/app.xml" Id="R788c0edf4f94465e" /><Relationship Type="http://schemas.openxmlformats.org/officeDocument/2006/relationships/officeDocument" Target="/ppt/presentation.xml" Id="Rd1898312e42341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7bf70100dd4a17"/>
  </p:sldMasterIdLst>
  <p:notesMasterIdLst>
    <p:notesMasterId xmlns:r="http://schemas.openxmlformats.org/officeDocument/2006/relationships" r:id="Rad90213e6ea2432b"/>
  </p:notesMasterIdLst>
  <p:sldIdLst>
    <p:sldId xmlns:r="http://schemas.openxmlformats.org/officeDocument/2006/relationships" id="256" r:id="Ra53dbc1c2e384fa5"/>
    <p:sldId xmlns:r="http://schemas.openxmlformats.org/officeDocument/2006/relationships" id="257" r:id="Rd0a50307f9904cbc"/>
    <p:sldId xmlns:r="http://schemas.openxmlformats.org/officeDocument/2006/relationships" id="258" r:id="Rb64a3f1bc9d74785"/>
    <p:sldId xmlns:r="http://schemas.openxmlformats.org/officeDocument/2006/relationships" id="259" r:id="R80894ae6ab2d44b4"/>
    <p:sldId xmlns:r="http://schemas.openxmlformats.org/officeDocument/2006/relationships" id="260" r:id="R0eebc3f34ffd4bd6"/>
    <p:sldId xmlns:r="http://schemas.openxmlformats.org/officeDocument/2006/relationships" id="261" r:id="Rf8e509f45bb94dda"/>
    <p:sldId xmlns:r="http://schemas.openxmlformats.org/officeDocument/2006/relationships" id="262" r:id="R37ed871b2c1c4705"/>
    <p:sldId xmlns:r="http://schemas.openxmlformats.org/officeDocument/2006/relationships" id="263" r:id="R96ea4cf026894a5e"/>
    <p:sldId xmlns:r="http://schemas.openxmlformats.org/officeDocument/2006/relationships" id="264" r:id="Rbffffb3ea1334f53"/>
    <p:sldId xmlns:r="http://schemas.openxmlformats.org/officeDocument/2006/relationships" id="265" r:id="R0d509fea9b9547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50f01bd26d4642" /><Relationship Type="http://schemas.openxmlformats.org/officeDocument/2006/relationships/slideMaster" Target="/ppt/slideMasters/slideMaster1.xml" Id="Rad7bf70100dd4a17" /><Relationship Type="http://schemas.openxmlformats.org/officeDocument/2006/relationships/notesMaster" Target="/ppt/notesMasters/notesMaster1.xml" Id="Rad90213e6ea2432b" /><Relationship Type="http://schemas.openxmlformats.org/officeDocument/2006/relationships/presProps" Target="/ppt/presProps.xml" Id="R777835d1391e4fe8" /><Relationship Type="http://schemas.openxmlformats.org/officeDocument/2006/relationships/tableStyles" Target="/ppt/tableStyles.xml" Id="Re0a92bdbbcea46ae" /><Relationship Type="http://schemas.openxmlformats.org/officeDocument/2006/relationships/slide" Target="/ppt/slides/slide1.xml" Id="Ra53dbc1c2e384fa5" /><Relationship Type="http://schemas.openxmlformats.org/officeDocument/2006/relationships/slide" Target="/ppt/slides/slide2.xml" Id="Rd0a50307f9904cbc" /><Relationship Type="http://schemas.openxmlformats.org/officeDocument/2006/relationships/slide" Target="/ppt/slides/slide3.xml" Id="Rb64a3f1bc9d74785" /><Relationship Type="http://schemas.openxmlformats.org/officeDocument/2006/relationships/slide" Target="/ppt/slides/slide4.xml" Id="R80894ae6ab2d44b4" /><Relationship Type="http://schemas.openxmlformats.org/officeDocument/2006/relationships/slide" Target="/ppt/slides/slide5.xml" Id="R0eebc3f34ffd4bd6" /><Relationship Type="http://schemas.openxmlformats.org/officeDocument/2006/relationships/slide" Target="/ppt/slides/slide6.xml" Id="Rf8e509f45bb94dda" /><Relationship Type="http://schemas.openxmlformats.org/officeDocument/2006/relationships/slide" Target="/ppt/slides/slide7.xml" Id="R37ed871b2c1c4705" /><Relationship Type="http://schemas.openxmlformats.org/officeDocument/2006/relationships/slide" Target="/ppt/slides/slide8.xml" Id="R96ea4cf026894a5e" /><Relationship Type="http://schemas.openxmlformats.org/officeDocument/2006/relationships/slide" Target="/ppt/slides/slide9.xml" Id="Rbffffb3ea1334f53" /><Relationship Type="http://schemas.openxmlformats.org/officeDocument/2006/relationships/slide" Target="/ppt/slides/slide10.xml" Id="R0d509fea9b9547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9328c42d2e46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1b69c43fb44a34" /><Relationship Type="http://schemas.openxmlformats.org/officeDocument/2006/relationships/notesMaster" Target="/ppt/notesMasters/notesMaster1.xml" Id="R0e610f45ffb84a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5ccff8d0a345c1" /><Relationship Type="http://schemas.openxmlformats.org/officeDocument/2006/relationships/notesMaster" Target="/ppt/notesMasters/notesMaster1.xml" Id="Ra7aff6c54a9944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4de9a0904341ee" /><Relationship Type="http://schemas.openxmlformats.org/officeDocument/2006/relationships/notesMaster" Target="/ppt/notesMasters/notesMaster1.xml" Id="R1366bb6aed004c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49fa95d39a4c61" /><Relationship Type="http://schemas.openxmlformats.org/officeDocument/2006/relationships/notesMaster" Target="/ppt/notesMasters/notesMaster1.xml" Id="R7e11d8f04fc248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e4b98cdb0942df" /><Relationship Type="http://schemas.openxmlformats.org/officeDocument/2006/relationships/notesMaster" Target="/ppt/notesMasters/notesMaster1.xml" Id="Red99a4fb088047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cacfd2d83c4539" /><Relationship Type="http://schemas.openxmlformats.org/officeDocument/2006/relationships/notesMaster" Target="/ppt/notesMasters/notesMaster1.xml" Id="Rf09ff35ea4fa4b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6fbf3902ef4dde" /><Relationship Type="http://schemas.openxmlformats.org/officeDocument/2006/relationships/notesMaster" Target="/ppt/notesMasters/notesMaster1.xml" Id="R64ee77f394fe4f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3eee2edfd4409c" /><Relationship Type="http://schemas.openxmlformats.org/officeDocument/2006/relationships/notesMaster" Target="/ppt/notesMasters/notesMaster1.xml" Id="Rb74d554ad0ca46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20e647b7b64439" /><Relationship Type="http://schemas.openxmlformats.org/officeDocument/2006/relationships/notesMaster" Target="/ppt/notesMasters/notesMaster1.xml" Id="Rd39c13a8230548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8d6bf46e914a45" /><Relationship Type="http://schemas.openxmlformats.org/officeDocument/2006/relationships/notesMaster" Target="/ppt/notesMasters/notesMaster1.xml" Id="R8b1269594f4f42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captures fournies par l'utilisateur et code local des projets vita_back, vita-frontend et vita_mobile.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Synthèse issue du besoin exprimé par l'utilisateur dans la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src/app.module.ts, src/auth/auth.controller.ts, src/inventory/inventory.controller.ts et configuration API front.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src/app.module.ts, src/auth/auth.controller.ts, src/users et src/inventory.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captures admin utilisateurs et référentiel fournies par l'utilisateur; code components/admin/admin-shell.tsx.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 admin alertes fournie par l'utilisateur; endpoints /alerts, /alerts/evaluate et /alerts/:id.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 mobile login; lib/features/auth/data/auth_repository.dart et écrans d'authentification Flutter.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 mobile formulaire; lib/features/stock/data/stock_repository.dart et lib/features/stock/presentation/stock_entry_screen.dart.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fonctionnalités observées dans les projets web, mobile et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Synthèse de recommandations basée sur l'état actuel du projet et les objectifs exprimés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5082496ca43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1ef12fcb174c4e" /><Relationship Type="http://schemas.openxmlformats.org/officeDocument/2006/relationships/slideLayout" Target="/ppt/slideLayouts/slideLayout1.xml" Id="Rf89333d3c1074f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9333d3c1074f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3e13cab7e44b4" /><Relationship Type="http://schemas.openxmlformats.org/officeDocument/2006/relationships/image" Target="/ppt/media/image.jpeg" Id="Rb7039e1fca984f37" /><Relationship Type="http://schemas.openxmlformats.org/officeDocument/2006/relationships/notesSlide" Target="/ppt/notesSlides/notesSlide1.xml" Id="R072a284f666e43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cadee5b8b4d42" /><Relationship Type="http://schemas.openxmlformats.org/officeDocument/2006/relationships/notesSlide" Target="/ppt/notesSlides/notesSlide2.xml" Id="Re562c1ca94b147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2c28f3e4b412a" /><Relationship Type="http://schemas.openxmlformats.org/officeDocument/2006/relationships/notesSlide" Target="/ppt/notesSlides/notesSlide3.xml" Id="R2ab3d2c9973848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188d87c5f4566" /><Relationship Type="http://schemas.openxmlformats.org/officeDocument/2006/relationships/notesSlide" Target="/ppt/notesSlides/notesSlide4.xml" Id="Rd52ffb02c8de4c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57cead0ed4c81" /><Relationship Type="http://schemas.openxmlformats.org/officeDocument/2006/relationships/image" Target="/ppt/media/image2.jpeg" Id="R6a0288ef3ee5412a" /><Relationship Type="http://schemas.openxmlformats.org/officeDocument/2006/relationships/image" Target="/ppt/media/image3.jpeg" Id="R767d319309f9438e" /><Relationship Type="http://schemas.openxmlformats.org/officeDocument/2006/relationships/notesSlide" Target="/ppt/notesSlides/notesSlide5.xml" Id="R198fddb242af4c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ba5e245d142de" /><Relationship Type="http://schemas.openxmlformats.org/officeDocument/2006/relationships/image" Target="/ppt/media/image4.jpeg" Id="R40d86d99a196443d" /><Relationship Type="http://schemas.openxmlformats.org/officeDocument/2006/relationships/notesSlide" Target="/ppt/notesSlides/notesSlide6.xml" Id="R96636d4ba45b4d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69d976e3342be" /><Relationship Type="http://schemas.openxmlformats.org/officeDocument/2006/relationships/image" Target="/ppt/media/image5.jpeg" Id="R1cb505bf05a84c27" /><Relationship Type="http://schemas.openxmlformats.org/officeDocument/2006/relationships/notesSlide" Target="/ppt/notesSlides/notesSlide7.xml" Id="R0f02e50173ea47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0549c8fef4406" /><Relationship Type="http://schemas.openxmlformats.org/officeDocument/2006/relationships/image" Target="/ppt/media/image6.jpeg" Id="R8fbaada26ba04535" /><Relationship Type="http://schemas.openxmlformats.org/officeDocument/2006/relationships/notesSlide" Target="/ppt/notesSlides/notesSlide8.xml" Id="R0a91601f8ca04b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228a1c03844cc" /><Relationship Type="http://schemas.openxmlformats.org/officeDocument/2006/relationships/notesSlide" Target="/ppt/notesSlides/notesSlide9.xml" Id="R814bc8f317114e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d39af1b3545cc" /><Relationship Type="http://schemas.openxmlformats.org/officeDocument/2006/relationships/notesSlide" Target="/ppt/notesSlides/notesSlide10.xml" Id="R90368de6594a44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6EC6C-B6E9-4B7E-ACF2-546BC000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4FB75-1CEB-461C-A491-438E854D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E9F7F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3712B-3B65-4880-ADEF-B1694436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E11DA-9DF4-4240-ABB6-771AFF07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Évolution du projet et fonctionnalités déjà disponibles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39e1fca984f37"/>
          <a:srcRect xmlns:a="http://schemas.openxmlformats.org/drawingml/2006/main" l="2507" t="0" r="2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238375"/>
            <a:ext cx="4381500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5FC44-6C66-40FC-8966-8BAEA5B6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Plateforme de suivi des stocks de vitamine A, avec API backend, console administrative et application mobile terrain.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901C1-01EE-40DD-B2D0-B31CE172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DE5EC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Version de démonstration fonctionnelle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9A200-7762-4804-A13F-B11A49EC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7441F-3F9F-4CBF-85A1-072BC829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61650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E8FE5-773F-4429-824B-FB4B2E9B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Objectif du projet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A1952-1298-449F-8D5D-EAAEF65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Passer d'un suivi manuel à une supervision numérique des stocks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A8990-6F01-4F50-AB64-CBECF8CE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E3010-4187-4E27-B531-9037AA15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B0920-5B14-44B6-B5AD-2C9E1298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3C280-CBF0-446F-8E5D-0C7723E2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9545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Collecter les quantités reçues, distribuées et disponibles dans les structures de santé.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83DE7-E779-4676-93EC-8E1485B3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AE1BC-3CB3-4AF3-AE69-30E569BA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0030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Conserver les données sur mobile lorsque la connexion Internet manque.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60963-E18E-4C19-9698-7A6F923E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551A8-31E7-43C6-AC04-9FD19C14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Synchroniser les saisies avec l'API dès que le réseau revient.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C87A4-B681-426C-9007-7BAA8AE2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B618B-CEC7-4F52-A5C9-C3609CD1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000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Aider les responsables à repérer les risques de rupture plus tôt.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44AAB-D07D-47BE-B218-3E2E144C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002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CFBCB-10D6-4EA1-93D2-F0544D6E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Périmètre actuel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3491C-CF54-4A17-9AED-ABF6D11A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Vitamine A</a:t>
            </a:r>
          </a:p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Structures de santé</a:t>
            </a:r>
          </a:p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Zones de santé</a:t>
            </a:r>
          </a:p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Province et national</a:t>
            </a:r>
          </a:p>
        </p:txBody>
      </p:sp>
    </p:spTree>
    <p:extLst>
      <p:ext uri="{BB962C8B-B14F-4D97-AF65-F5344CB8AC3E}">
        <p14:creationId xmlns:p14="http://schemas.microsoft.com/office/powerpoint/2010/main" val="1895854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A8315-6D6D-479D-B7CB-0B4C2CF8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Architecture actuelle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FA02B-D1ED-4487-8566-036F10F4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Trois briques connectées autour de l'API REST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E2AED-F425-46E1-BCB5-9E5F466F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FD3CE-4C33-42D6-B34C-CDA5626A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E34A0-21B2-4FB1-9742-4D275EA7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EB94F-9F41-4006-8A28-8DD20448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19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Backend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73EAF-3AEF-4461-ACCB-BD2CA113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NestJS, Mongoose et MongoDB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76A73-7120-42FF-8004-D1166B3C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Authentification, référentiel, stocks, alertes, prévisions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A5FF3-DC45-48B9-8502-558DA930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66875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19AF2-B52C-4184-840E-67743409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19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Admin 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07C83-FE2F-483A-B996-DA71C73D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Console Next.js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EE5FF-D2D8-4730-9BDD-B1719ED8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385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Dashboard, utilisateurs, référentiel et traitement des alertes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F1469-147F-474E-B267-2B423671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66875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5FAC4-44DB-4788-990B-304212A4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Mobile terrain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453C4-059B-408B-8774-942FEFDB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Application Flutter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15B00-F7BD-43CE-A6C8-06F573A6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385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Connexion, saisie stock, cache local et synchronisation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4899E-2CD6-4E64-ADAA-A0B8CD4A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Déploiement cible: DigitalOcean App Platform avec MongoDB accessible via DATABASE_URL.</a:t>
            </a:r>
          </a:p>
        </p:txBody>
      </p:sp>
    </p:spTree>
    <p:extLst>
      <p:ext uri="{BB962C8B-B14F-4D97-AF65-F5344CB8AC3E}">
        <p14:creationId xmlns:p14="http://schemas.microsoft.com/office/powerpoint/2010/main" val="10871763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34F4C-7DDD-4EC4-A94D-F2FEDBDA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Backend API disponible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9BF31-4081-4318-94A3-A63601BD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base technique couvre les flux nécessaires au pilote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68735-D70E-44D6-BE70-61BDDDAF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540B0-06C4-446C-8C6C-C26DE48D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C7F8D-292D-483C-8251-84C4F19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E572D-CADF-47B1-BDE3-1E5B6737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24000"/>
            <a:ext cx="954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Connexion MongoDB via DATABASE_URL et configuration adaptée au déploiement DigitalOcean.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09556-FA74-4E66-AA90-E2A19D54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F18CB-CE2A-4B5C-BA00-4D267D3C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954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Auth avec login JWT, endpoint me et bootstrap du super utilisateur.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C6614-D871-46A2-A89D-801B183C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1EA68-637F-409D-B646-0742B88C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954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Gestion des utilisateurs avec email, téléphone, rôles, statut et périmètre d'affectation.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EE923-E8B6-4A08-9180-D088677E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47DD2-71D2-4303-8F03-0FB4D5F4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67100"/>
            <a:ext cx="954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Référentiel des provinces, zones de santé, structures et produits suivis.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6E6C8-60DA-4D1D-BC12-9137D988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788EB-F2CC-4287-838A-FBD5F317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954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Stocks, mouvements, seuils, horaires de rapport, synchronisation mobile, alertes et résumé dashboard.</a:t>
            </a:r>
          </a:p>
        </p:txBody>
      </p:sp>
    </p:spTree>
    <p:extLst>
      <p:ext uri="{BB962C8B-B14F-4D97-AF65-F5344CB8AC3E}">
        <p14:creationId xmlns:p14="http://schemas.microsoft.com/office/powerpoint/2010/main" val="36734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D923C-B037-4976-A3B4-9EB522E4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Console 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4200A-C2AC-40DD-937C-56145352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Les premiers blocs prioritaires sont en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7CF2A-A4C1-4DEF-B816-88892417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6F760-528B-4C7E-8D31-91B17234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288ef3ee5412a"/>
          <a:srcRect xmlns:a="http://schemas.openxmlformats.org/drawingml/2006/main" l="1569" t="0" r="15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76375"/>
            <a:ext cx="5143500" cy="28575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d319309f9438e"/>
          <a:srcRect xmlns:a="http://schemas.openxmlformats.org/drawingml/2006/main" l="1681" t="0" r="16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476375"/>
            <a:ext cx="51435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48B7D-22D5-48F2-AF17-C5922007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Utilisateurs: création de comptes avec rôle et périmètre.</a:t>
            </a:r>
          </a:p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Référentiel: création des provinces, zones, structures et produits.</a:t>
            </a:r>
          </a:p>
        </p:txBody>
      </p:sp>
    </p:spTree>
    <p:extLst>
      <p:ext uri="{BB962C8B-B14F-4D97-AF65-F5344CB8AC3E}">
        <p14:creationId xmlns:p14="http://schemas.microsoft.com/office/powerpoint/2010/main" val="13748856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80FE8-6401-4FED-84A1-EC651E0F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Alertes opérationnelles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757AE-0F5B-4FA6-B9F9-AB1AF7E1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console met en évidence les situations à traiter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19650-ED0C-46AB-863C-519B7C06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5924F-983D-4BEF-8D5F-831AD225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86d99a196443d"/>
          <a:srcRect xmlns:a="http://schemas.openxmlformats.org/drawingml/2006/main" l="2222" t="0" r="2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09700"/>
            <a:ext cx="6858000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2D839-9817-4C21-8DF4-C56B7D7A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6D9A9-B00D-4A2D-8373-13F602C6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Évaluation des alertes depuis la console.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4DFF7-F802-4793-AD93-F33B539C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D9DC4-38AB-4383-B9A8-F51EE8EF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9080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Détection du stock critique et des rapports manquants.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B8042-85A8-4724-8A6A-12530E40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09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D68C7-FBE4-442B-AFC6-F9480E8A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29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Changement de statut pour accuser réception ou résoudre une alerte.</a:t>
            </a:r>
          </a:p>
        </p:txBody>
      </p:sp>
    </p:spTree>
    <p:extLst>
      <p:ext uri="{BB962C8B-B14F-4D97-AF65-F5344CB8AC3E}">
        <p14:creationId xmlns:p14="http://schemas.microsoft.com/office/powerpoint/2010/main" val="12220687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FDFBD-FE6C-4ADC-A2CE-96BED53D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Application mobile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E6FE-1892-410C-B19E-F1B2341A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L'accès terrain passe par une authentification sécurisée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B302B-ACA1-4E25-B9C4-FAB95CB9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1AD28-4B0C-451C-9719-77A35F86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505bf05a84c27"/>
          <a:srcRect xmlns:a="http://schemas.openxmlformats.org/drawingml/2006/main" l="0" t="19286" r="0" b="19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1428750"/>
            <a:ext cx="3000375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7006E-D9A9-43F8-A303-26674AE9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33905-7E23-42E2-842C-9618645E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Connexion par téléphone ou email avec mot de passe.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1043D-484B-4A2E-9AE5-62906E44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12099-F18C-43E5-836D-537ED59F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384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Stockage du token dans un espace sécurisé du téléphone.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AF6CD-9143-4578-84DE-5F4312C1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90814-8CB5-4448-A73D-B0F26FAE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623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Restauration de session possible même si le réseau est indisponible.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F7B38-9B76-48A0-A2D0-3CA09C05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15BE9-8A47-4C5F-8A90-D09FD14C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Lecture du profil connecté pour appliquer le rôle de l'utilisateur.</a:t>
            </a:r>
          </a:p>
        </p:txBody>
      </p:sp>
    </p:spTree>
    <p:extLst>
      <p:ext uri="{BB962C8B-B14F-4D97-AF65-F5344CB8AC3E}">
        <p14:creationId xmlns:p14="http://schemas.microsoft.com/office/powerpoint/2010/main" val="2068652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459BB-93ED-4A2E-929A-AB563B30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Saisie mobile de stock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5D741-9789-4EE4-916A-241984EA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 formulaire terrain couvre les quantités clés du suivi VitA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57F94-28A7-466A-A81D-50A525F6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A75FF-C0E7-4030-8B42-AEFB9B51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aada26ba04535"/>
          <a:stretch xmlns:a="http://schemas.openxmlformats.org/drawingml/2006/main"/>
        </p:blipFill>
        <p:spPr>
          <a:xfrm xmlns:a="http://schemas.openxmlformats.org/drawingml/2006/main">
            <a:off x="1197769" y="1200150"/>
            <a:ext cx="2271713" cy="504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523B7-2EDD-4CB6-BA14-9CB9153B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5ED1C-08AB-4BB1-9484-7629DE6F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Choix de la structure de santé et du produit suivi.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1A18D-45DD-42B1-BA00-0FC38E37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4813A-26C9-4EE6-83A9-262A7BA9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384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Saisie des quantités reçues, distribuées et disponibles.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FCFC2-2528-4A57-BFB6-B6A63F08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D1246-7F3F-4451-8DD8-B5AAA5A3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623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Déclaration de rupture et commentaire optionnel.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F0EFB-2FA3-4DE9-AD0C-DA9C6A15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A794D-5FF1-4905-B8CD-C399F252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Enregistrement local avant synchronisation vers le backend.</a:t>
            </a:r>
          </a:p>
        </p:txBody>
      </p:sp>
    </p:spTree>
    <p:extLst>
      <p:ext uri="{BB962C8B-B14F-4D97-AF65-F5344CB8AC3E}">
        <p14:creationId xmlns:p14="http://schemas.microsoft.com/office/powerpoint/2010/main" val="17144211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416EB-B41F-4E9F-ABC1-FCD3A210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Couverture fonctionnelle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54A54-3912-42E7-A536-E1766B52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 pilote couvre les principaux usages du terrain et de l'administration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379EE-600F-48C6-A209-9495700B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383E9-B28A-40D2-8DF8-53C79D19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9B2E0-25E6-4363-9A8D-42EE0E9C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F5626-C1B7-4189-B28D-33E94908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240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594D8-FCDE-4208-8B29-65135761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Acteurs terrain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B2466-FC95-4CF8-A276-C25D42D0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19375"/>
            <a:ext cx="361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Connexion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Consultation des références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Saisie des stocks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Synchronisation des rapports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FB3F4-2F38-4733-9118-B9303A53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Administration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E2990-E9C0-4D38-8990-7A32A9FF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19375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Création des utilisateurs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Gestion du référentiel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Suivi des indicateurs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Évaluation et traitement des alertes</a:t>
            </a:r>
          </a:p>
        </p:txBody>
      </p:sp>
    </p:spTree>
    <p:extLst>
      <p:ext uri="{BB962C8B-B14F-4D97-AF65-F5344CB8AC3E}">
        <p14:creationId xmlns:p14="http://schemas.microsoft.com/office/powerpoint/2010/main" val="5413771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4E204-4FDA-4F33-B1C3-1EE5FF59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Prochaines évolutions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510F3-F768-4BB5-851B-08DEC02F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suite peut renforcer l'exploitation réelle du système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0E1D8-642E-46D0-8970-25BA7D07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F34E4-1E22-4000-B85A-5F71C494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2C1E6-BED7-440F-A2D7-AD5EB452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BCAE4-0471-4631-86C3-DB18C8F6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430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Protéger tous les endpoints sensibles par JWT, rôles et périmètres d'accès.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C8A50-044E-4F2D-B5CD-D06E3710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3B598-E1A4-48A5-8D33-CCB2F2E5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288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Brancher le dashboard sur des indicateurs réels par province, zone et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835C8-D4CD-4CFD-AEED-2AC0C92B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F2EF9-E5DD-4EDF-9E6D-9288A9BF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Ajouter les exports, les filtres avancés et l'historique détaillé des mouvements.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597BA-F57E-4F16-9C82-24C9575A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0A882-EAC1-4848-8C7B-60811ABB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Finaliser la stratégie offline mobile avec reprise fine des erreurs de synchronisation.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82785-4501-4EB5-B260-62A500CB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40FEA-736F-4DF7-A9FC-B6645970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Ajouter ensuite SMS, modèles prédictifs et assistant LLM lorsque les données historiques seront suffisantes.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3D839-63C5-42BF-B891-B21230F1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03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Priorité recommandée: stabiliser les règles d'accès, les tests et le pilotage opérationnel avant les automatisations avancées.</a:t>
            </a:r>
          </a:p>
        </p:txBody>
      </p:sp>
    </p:spTree>
    <p:extLst>
      <p:ext uri="{BB962C8B-B14F-4D97-AF65-F5344CB8AC3E}">
        <p14:creationId xmlns:p14="http://schemas.microsoft.com/office/powerpoint/2010/main" val="455762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2026-09-09T11:53:16.9190000Z</dcterms:created>
  <dcterms:modified xsi:type="dcterms:W3CDTF">2026-09-09T11:53:16.9190000Z</dcterms:modified>
</coreProperties>
</file>