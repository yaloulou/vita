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b8ca0dccda4660" /><Relationship Type="http://schemas.openxmlformats.org/officeDocument/2006/relationships/extended-properties" Target="/docProps/app.xml" Id="R4f35e6e2a22d426a" /><Relationship Type="http://schemas.openxmlformats.org/officeDocument/2006/relationships/officeDocument" Target="/ppt/presentation.xml" Id="R8d3cbdcc427c49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f40464ec51493e"/>
  </p:sldMasterIdLst>
  <p:notesMasterIdLst>
    <p:notesMasterId xmlns:r="http://schemas.openxmlformats.org/officeDocument/2006/relationships" r:id="R04b8529230eb4f8d"/>
  </p:notesMasterIdLst>
  <p:sldIdLst>
    <p:sldId xmlns:r="http://schemas.openxmlformats.org/officeDocument/2006/relationships" id="256" r:id="R7fc4b7ed4dec4864"/>
    <p:sldId xmlns:r="http://schemas.openxmlformats.org/officeDocument/2006/relationships" id="257" r:id="R9aca7beecf274314"/>
    <p:sldId xmlns:r="http://schemas.openxmlformats.org/officeDocument/2006/relationships" id="258" r:id="R09c8aa7d0feb4051"/>
    <p:sldId xmlns:r="http://schemas.openxmlformats.org/officeDocument/2006/relationships" id="259" r:id="Ree798795db314c5a"/>
    <p:sldId xmlns:r="http://schemas.openxmlformats.org/officeDocument/2006/relationships" id="260" r:id="R1aedc3cf37464d13"/>
    <p:sldId xmlns:r="http://schemas.openxmlformats.org/officeDocument/2006/relationships" id="261" r:id="R49b016d6f64f4546"/>
    <p:sldId xmlns:r="http://schemas.openxmlformats.org/officeDocument/2006/relationships" id="262" r:id="R0bcd45b34c1347fd"/>
    <p:sldId xmlns:r="http://schemas.openxmlformats.org/officeDocument/2006/relationships" id="263" r:id="R81e301898a204b91"/>
    <p:sldId xmlns:r="http://schemas.openxmlformats.org/officeDocument/2006/relationships" id="264" r:id="R7c6e5b0dbd074933"/>
    <p:sldId xmlns:r="http://schemas.openxmlformats.org/officeDocument/2006/relationships" id="265" r:id="Rff3cb5c8f4f24c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4f07bd9ba14fd3" /><Relationship Type="http://schemas.openxmlformats.org/officeDocument/2006/relationships/slideMaster" Target="/ppt/slideMasters/slideMaster1.xml" Id="R8ef40464ec51493e" /><Relationship Type="http://schemas.openxmlformats.org/officeDocument/2006/relationships/notesMaster" Target="/ppt/notesMasters/notesMaster1.xml" Id="R04b8529230eb4f8d" /><Relationship Type="http://schemas.openxmlformats.org/officeDocument/2006/relationships/presProps" Target="/ppt/presProps.xml" Id="R27f5fa9693b043a5" /><Relationship Type="http://schemas.openxmlformats.org/officeDocument/2006/relationships/tableStyles" Target="/ppt/tableStyles.xml" Id="Rb03801ba9f6e4910" /><Relationship Type="http://schemas.openxmlformats.org/officeDocument/2006/relationships/slide" Target="/ppt/slides/slide1.xml" Id="R7fc4b7ed4dec4864" /><Relationship Type="http://schemas.openxmlformats.org/officeDocument/2006/relationships/slide" Target="/ppt/slides/slide2.xml" Id="R9aca7beecf274314" /><Relationship Type="http://schemas.openxmlformats.org/officeDocument/2006/relationships/slide" Target="/ppt/slides/slide3.xml" Id="R09c8aa7d0feb4051" /><Relationship Type="http://schemas.openxmlformats.org/officeDocument/2006/relationships/slide" Target="/ppt/slides/slide4.xml" Id="Ree798795db314c5a" /><Relationship Type="http://schemas.openxmlformats.org/officeDocument/2006/relationships/slide" Target="/ppt/slides/slide5.xml" Id="R1aedc3cf37464d13" /><Relationship Type="http://schemas.openxmlformats.org/officeDocument/2006/relationships/slide" Target="/ppt/slides/slide6.xml" Id="R49b016d6f64f4546" /><Relationship Type="http://schemas.openxmlformats.org/officeDocument/2006/relationships/slide" Target="/ppt/slides/slide7.xml" Id="R0bcd45b34c1347fd" /><Relationship Type="http://schemas.openxmlformats.org/officeDocument/2006/relationships/slide" Target="/ppt/slides/slide8.xml" Id="R81e301898a204b91" /><Relationship Type="http://schemas.openxmlformats.org/officeDocument/2006/relationships/slide" Target="/ppt/slides/slide9.xml" Id="R7c6e5b0dbd074933" /><Relationship Type="http://schemas.openxmlformats.org/officeDocument/2006/relationships/slide" Target="/ppt/slides/slide10.xml" Id="Rff3cb5c8f4f24c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9195f436fd41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83b4583046407d" /><Relationship Type="http://schemas.openxmlformats.org/officeDocument/2006/relationships/notesMaster" Target="/ppt/notesMasters/notesMaster1.xml" Id="R290036c9c3ba41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e1ab94ef9c45da" /><Relationship Type="http://schemas.openxmlformats.org/officeDocument/2006/relationships/notesMaster" Target="/ppt/notesMasters/notesMaster1.xml" Id="R665ac99e96804f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43ef63c7da4be3" /><Relationship Type="http://schemas.openxmlformats.org/officeDocument/2006/relationships/notesMaster" Target="/ppt/notesMasters/notesMaster1.xml" Id="Re7b80a48119347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22ffde63aa4965" /><Relationship Type="http://schemas.openxmlformats.org/officeDocument/2006/relationships/notesMaster" Target="/ppt/notesMasters/notesMaster1.xml" Id="R924ea115390f44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54e4f856ba4e0b" /><Relationship Type="http://schemas.openxmlformats.org/officeDocument/2006/relationships/notesMaster" Target="/ppt/notesMasters/notesMaster1.xml" Id="Rad58828ea3f340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cc1b4230c04665" /><Relationship Type="http://schemas.openxmlformats.org/officeDocument/2006/relationships/notesMaster" Target="/ppt/notesMasters/notesMaster1.xml" Id="R88a061ca31c845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e9db5686bd4ccd" /><Relationship Type="http://schemas.openxmlformats.org/officeDocument/2006/relationships/notesMaster" Target="/ppt/notesMasters/notesMaster1.xml" Id="R8788704096184e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ca4457f8db4dbe" /><Relationship Type="http://schemas.openxmlformats.org/officeDocument/2006/relationships/notesMaster" Target="/ppt/notesMasters/notesMaster1.xml" Id="R80a107ba66c24a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aa1a02ad8f46a1" /><Relationship Type="http://schemas.openxmlformats.org/officeDocument/2006/relationships/notesMaster" Target="/ppt/notesMasters/notesMaster1.xml" Id="R141fe92e358b48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07baf837054ca8" /><Relationship Type="http://schemas.openxmlformats.org/officeDocument/2006/relationships/notesMaster" Target="/ppt/notesMasters/notesMaster1.xml" Id="R4a612719368c47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captures fournies par l'utilisateur et code local des projets vita_back, vita-frontend et vita_mobile.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transversale des captures fournies par l'utilisateur.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capture admin référentiel fournie par l'utilisateur.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capture admin utilisateurs fournie par l'utilisateur.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capture admin référentiel fournie par l'utilisateur.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capture admin alertes fournie par l'utilisateur; endpoints /alerts, /alerts/evaluate et /alerts/:id.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capture mobile login; lib/features/auth/data/auth_repository.dart et écrans d'authentification Flutter.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capture mobile formulaire; lib/features/stock/data/stock_repository.dart et lib/features/stock/presentation/stock_entry_screen.dart.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Synthèse visuelle basée sur les captures fournies.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Synthèse de recommandations basée sur l'état actuel du projet et les objectifs exprimés par l'utilisateur.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9d542d495b41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cf6a4cc9754ccd" /><Relationship Type="http://schemas.openxmlformats.org/officeDocument/2006/relationships/slideLayout" Target="/ppt/slideLayouts/slideLayout1.xml" Id="R51f889950edf4a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f889950edf4a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a4caa0ba1497c" /><Relationship Type="http://schemas.openxmlformats.org/officeDocument/2006/relationships/image" Target="/ppt/media/image.jpeg" Id="R7d82ab59fd3a4c52" /><Relationship Type="http://schemas.openxmlformats.org/officeDocument/2006/relationships/notesSlide" Target="/ppt/notesSlides/notesSlide1.xml" Id="R4d8f78d5b87b4c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115c387294366" /><Relationship Type="http://schemas.openxmlformats.org/officeDocument/2006/relationships/notesSlide" Target="/ppt/notesSlides/notesSlide2.xml" Id="Rb813e87f2ebc4a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9e528c1f944c8" /><Relationship Type="http://schemas.openxmlformats.org/officeDocument/2006/relationships/image" Target="/ppt/media/image2.jpeg" Id="Rfc98f9ffeb4b475c" /><Relationship Type="http://schemas.openxmlformats.org/officeDocument/2006/relationships/notesSlide" Target="/ppt/notesSlides/notesSlide3.xml" Id="Rd82369da057845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501d91c8149d0" /><Relationship Type="http://schemas.openxmlformats.org/officeDocument/2006/relationships/image" Target="/ppt/media/image3.jpeg" Id="R2bb724a853ce4bc5" /><Relationship Type="http://schemas.openxmlformats.org/officeDocument/2006/relationships/notesSlide" Target="/ppt/notesSlides/notesSlide4.xml" Id="R2fc6978304ba44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d63c3b7e64a1d" /><Relationship Type="http://schemas.openxmlformats.org/officeDocument/2006/relationships/image" Target="/ppt/media/image4.jpeg" Id="R7bf1615ad6494702" /><Relationship Type="http://schemas.openxmlformats.org/officeDocument/2006/relationships/notesSlide" Target="/ppt/notesSlides/notesSlide5.xml" Id="R4b1edd21692948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216e7e1f54ce9" /><Relationship Type="http://schemas.openxmlformats.org/officeDocument/2006/relationships/image" Target="/ppt/media/image5.jpeg" Id="Rb020cac9f6e945b6" /><Relationship Type="http://schemas.openxmlformats.org/officeDocument/2006/relationships/notesSlide" Target="/ppt/notesSlides/notesSlide6.xml" Id="R97bd6b7f6e4343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9380156a14d5d" /><Relationship Type="http://schemas.openxmlformats.org/officeDocument/2006/relationships/image" Target="/ppt/media/image6.jpeg" Id="R733fe5f503014271" /><Relationship Type="http://schemas.openxmlformats.org/officeDocument/2006/relationships/notesSlide" Target="/ppt/notesSlides/notesSlide7.xml" Id="Rc85ecd14da9f4c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0c7bd212d400f" /><Relationship Type="http://schemas.openxmlformats.org/officeDocument/2006/relationships/image" Target="/ppt/media/image7.jpeg" Id="Rb5c2231ca15c4f09" /><Relationship Type="http://schemas.openxmlformats.org/officeDocument/2006/relationships/notesSlide" Target="/ppt/notesSlides/notesSlide8.xml" Id="Ra714851f201b4b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e93d626a640a3" /><Relationship Type="http://schemas.openxmlformats.org/officeDocument/2006/relationships/notesSlide" Target="/ppt/notesSlides/notesSlide9.xml" Id="R00a5246337b14f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fa478e7d24e23" /><Relationship Type="http://schemas.openxmlformats.org/officeDocument/2006/relationships/notesSlide" Target="/ppt/notesSlides/notesSlide10.xml" Id="R63c62e24994f4a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57B616-84E3-449E-B7BA-9B1DD554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4041D-D1C7-41C4-A649-195015C8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1"/>
          </a:solidFill>
          <a:ln xmlns:a="http://schemas.openxmlformats.org/drawingml/2006/main" w="9525">
            <a:solidFill>
              <a:srgbClr val="E9F7F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1C77C-00AA-450B-B218-3E36720C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27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0B141-0F10-4CD9-A919-AA59F491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Évolution du projet et fonctionnalités déjà disponibles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82ab59fd3a4c52"/>
          <a:srcRect xmlns:a="http://schemas.openxmlformats.org/drawingml/2006/main" l="2507" t="0" r="25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238375"/>
            <a:ext cx="4381500" cy="2476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C3F63-5203-4869-B954-6AB4BA15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Présentation centrée sur les écrans déjà visibles: console admin, alertes, référentiel, utilisateurs, connexion mobile et formulaire de stock.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A770B-B7A2-4E99-A83A-FAD8E630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DE5EC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Version de démonstration fonctionnelle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6F6F9-25C8-442F-8710-7B22F871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245CC-86A4-42BA-ACBF-5F6F3261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432518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E3D95F-762A-45FB-A479-469CFDE3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Lecture des captures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B9DF9-CDF0-419F-9BA1-966E0EFF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Les écrans montrent le périmètre fonctionnel déjà matérialisé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C9C37-153F-48FD-B82F-4EF253FA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C7CF4-C99D-4412-8190-FCA83ED2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05E70-9738-4AAB-A34D-AC7C54D6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293D5C-37F1-44A1-99A9-E3B7DCF8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95450"/>
            <a:ext cx="554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 barre latérale admin donne accès aux quatre blocs livrés: Dashboard, Utilisateurs, Référentiel et Alertes.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980B3-5459-4615-A013-B195F49B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F8272-1ACF-4FEC-B15F-D12BB418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00300"/>
            <a:ext cx="554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 console utilise le nom KSPH VitA Stock et place la coordination vitamine A au centre du pilotage.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45A45-FC4B-4A87-A35D-F4D5D360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69BCF-8CF6-472E-BAA2-803C5DCD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05150"/>
            <a:ext cx="554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Les écrans mobile reprennent le même usage métier: connexion du terrain puis saisie de stock.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2A9AEE-2BF9-4510-B30F-7B5C230E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4FCB35-3F01-4765-8004-59C410BD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0000"/>
            <a:ext cx="554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Les captures couvrent le flux complet entre administration et collecte terrain.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A61A44-24F7-48A3-83AD-2A7828D3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0020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4D935-F889-47B3-A9E2-B8D8C1DE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240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02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Ce que l'on peut déjà montrer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0E2003-8033-4B12-9EDF-D35A7D05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9555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Création de comptes</a:t>
            </a:r>
          </a:p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Création du référentiel</a:t>
            </a:r>
          </a:p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Suivi des alertes</a:t>
            </a:r>
          </a:p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Saisie mobile</a:t>
            </a:r>
          </a:p>
        </p:txBody>
      </p:sp>
    </p:spTree>
    <p:extLst>
      <p:ext uri="{BB962C8B-B14F-4D97-AF65-F5344CB8AC3E}">
        <p14:creationId xmlns:p14="http://schemas.microsoft.com/office/powerpoint/2010/main" val="13510158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C919D-4F19-416D-8D61-E5FC81ED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Console administrative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AA2EF-D6EF-4757-85E8-317DDA54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 navigation montre les blocs disponibles pour le pilotage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8C810-5512-4DDC-B3F6-ECD622CD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B2072-E16B-4D2E-8B6B-97C36AF8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98f9ffeb4b475c"/>
          <a:srcRect xmlns:a="http://schemas.openxmlformats.org/drawingml/2006/main" l="2507" t="0" r="25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28750"/>
            <a:ext cx="6572250" cy="3714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C4737-9338-4A2F-8401-C4484230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00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Menu de gauche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E28A8-95C8-487D-B1A4-D0BB7390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0500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Les entrées Dashboard, Utilisateurs, Référentiel et Alertes structurent l'outil admin autour des tâches récurrentes.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1B98E-87F9-4FD9-8B13-2B601E71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48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85E8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85E8E"/>
                </a:solidFill>
                <a:latin typeface="Aptos"/>
                <a:ea typeface="Aptos"/>
                <a:cs typeface="Aptos"/>
              </a:rPr>
              <a:t>En-tête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40E33-0514-4F63-97BA-238C1F48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528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 libellé Coordination vitamine A indique que l'interface vise directement le suivi opérationnel VitA.</a:t>
            </a:r>
          </a:p>
        </p:txBody>
      </p:sp>
    </p:spTree>
    <p:extLst>
      <p:ext uri="{BB962C8B-B14F-4D97-AF65-F5344CB8AC3E}">
        <p14:creationId xmlns:p14="http://schemas.microsoft.com/office/powerpoint/2010/main" val="20347854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272870-650F-4EB5-AD8D-95830AB5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Gestion des utilisateurs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F7097-74F0-46A7-B154-D6B4C7F8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 capture montre la création et le suivi des comptes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2C9A7-7176-4B2F-B0A2-A6703F63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65195-3724-4924-BBF2-78F9F87E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724a853ce4bc5"/>
          <a:srcRect xmlns:a="http://schemas.openxmlformats.org/drawingml/2006/main" l="2197" t="0" r="21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381125"/>
            <a:ext cx="6667500" cy="37528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D2F6F-D872-4B2B-98BA-8E850E2F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906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3AB7C-EEE8-40C6-B374-A47CA552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571625"/>
            <a:ext cx="278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13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 formulaire prévoit le nom complet, le téléphone, le mot de passe temporaire, le rôle et le périmètre.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6706E-B9C9-4B25-962E-5B63824C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717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42B4D-80FA-4D9E-8D30-92CC2586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352675"/>
            <a:ext cx="278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52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 champ Affectation rattache le compte à une structure, une zone ou une province selon le profil.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E359B9-F908-4A5A-9423-B86E9679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527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B40F17-827D-4BB6-A68D-82DF3A44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133725"/>
            <a:ext cx="278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52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 liste à droite permet de voir les comptes actifs et leur rôle opérationnel.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0628D1-AFB0-4092-AA9E-CF7466FC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9338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4E92AA-0FDA-464A-9454-A313E419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914775"/>
            <a:ext cx="278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52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Cette page sert de porte d'entrée pour créer les acteurs terrain et superviseurs.</a:t>
            </a:r>
          </a:p>
        </p:txBody>
      </p:sp>
    </p:spTree>
    <p:extLst>
      <p:ext uri="{BB962C8B-B14F-4D97-AF65-F5344CB8AC3E}">
        <p14:creationId xmlns:p14="http://schemas.microsoft.com/office/powerpoint/2010/main" val="2126052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78A6B0-008D-4184-8F6B-B0641EF4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Référentiel sanitaire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FCB69-716A-4C7D-B206-5A7640CF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 capture montre la préparation des données de 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F1BB5-297C-4DD4-924B-E9BC29E6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FBA4A-CC0B-4998-A3AB-D88AD7B0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1615ad6494702"/>
          <a:srcRect xmlns:a="http://schemas.openxmlformats.org/drawingml/2006/main" l="2278" t="0" r="22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381125"/>
            <a:ext cx="6858000" cy="3857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E0601-1B4A-4D18-8150-E2225B00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906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6DE6A-B4E0-46A5-BA5E-34BFC833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571625"/>
            <a:ext cx="2733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52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Les cartes Province, Zone de santé, Structure et Produit couvrent les entités visibles dans les rapports.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4637B-B54D-49EE-AB7A-79C52BCE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717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2C8D6-2404-4611-BF28-5DC044CF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352675"/>
            <a:ext cx="2733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52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Les listes du bas confirment les structures suivies, comme CS Binza et CS Nzanza.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C28D9-0D7A-481F-B360-576D6347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527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51C20F-8868-4338-987B-5B7CBB55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133725"/>
            <a:ext cx="2733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52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 produit Vitamine A apparaît comme produit suivi avec l'unité capsule.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43114-E0E5-47D0-AB10-3D8EB7FE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338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0E95D-9937-40C2-AD61-65A09641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914775"/>
            <a:ext cx="2733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52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Ce référentiel rend les formulaires plus fiables grâce à des choix contrôlés.</a:t>
            </a:r>
          </a:p>
        </p:txBody>
      </p:sp>
    </p:spTree>
    <p:extLst>
      <p:ext uri="{BB962C8B-B14F-4D97-AF65-F5344CB8AC3E}">
        <p14:creationId xmlns:p14="http://schemas.microsoft.com/office/powerpoint/2010/main" val="20342207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9BAA6-AE05-4092-946C-29ED2FE7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Alertes opérationnelles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66028-BE12-4ABC-9621-42B0E0AB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 console met en évidence les situations à traiter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07BCA-2F23-4B95-9E3C-C7C5DA87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2837D-DFC6-41F4-A9E9-D300BD46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0cac9f6e945b6"/>
          <a:srcRect xmlns:a="http://schemas.openxmlformats.org/drawingml/2006/main" l="2222" t="0" r="22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09700"/>
            <a:ext cx="6858000" cy="3857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071EC-3714-451A-8101-2D64A4A7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A1ECB-96AA-407D-869D-885A6D05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0020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2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 bouton Evaluer les alertes déclenche le recalcul depuis la console.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66197-2263-4794-8B69-802A966A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970FB-1094-494E-BE10-29A015CD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2410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03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 première alerte signale CS Binza en stock critique avec environ 1 jour restant.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EEF0D-E88A-4498-BB00-9975DA8E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670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C61350-6EEB-4DFA-A22C-63A310CA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38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 deuxième alerte signale CS Nzanza pour rapport manquant avant l'échéance.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97C038-F53C-4391-BE02-7FDD4A43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09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1B0E8-3745-4C73-8EA6-154B5627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7190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38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Les boutons à droite servent à traiter l'alerte, par exemple accuser réception ou résoudre.</a:t>
            </a:r>
          </a:p>
        </p:txBody>
      </p:sp>
    </p:spTree>
    <p:extLst>
      <p:ext uri="{BB962C8B-B14F-4D97-AF65-F5344CB8AC3E}">
        <p14:creationId xmlns:p14="http://schemas.microsoft.com/office/powerpoint/2010/main" val="15929279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045DEC-A4CC-463C-A4F1-D4BFB783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Connexion mobile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F8EA5-7520-42AB-A127-15E39F9B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 capture montre l'entrée sécurisée pour les acteurs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7527C-AA70-4252-B3D3-980B1D05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128CE-F3B4-494E-BAAE-7162ACCA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fe5f503014271"/>
          <a:srcRect xmlns:a="http://schemas.openxmlformats.org/drawingml/2006/main" l="0" t="19286" r="0" b="192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0600" y="1428750"/>
            <a:ext cx="3000375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531D2-8DFB-4B79-AB1E-050E8EF7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33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FD3F1-7AC5-46CD-B9F2-0FCE7E19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14500"/>
            <a:ext cx="544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 champ Telephone ou email accepte les deux identifiants prévus pour les utilisateurs.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320DB3-2ED9-43FC-B56A-7A023F1F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574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B9959-579C-4563-A6F3-B4EAC4D9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38400"/>
            <a:ext cx="544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 champ Mot de passe active une connexion contrôlée avant la saisie de stock.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FD3654-3B5B-4AF8-9715-6FE1D757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813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7B4D58-2422-4D03-820D-B5F9DF31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62300"/>
            <a:ext cx="544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 bouton Se connecter donne un parcours simple aux relais et infirmiers.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5B46F0-29AD-4ADF-9FBC-B1A4B5F6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42573-7454-4A99-89C0-D772B832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86200"/>
            <a:ext cx="544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 visuel reprend l'identité VitA Stock avec le symbole de santé.</a:t>
            </a:r>
          </a:p>
        </p:txBody>
      </p:sp>
    </p:spTree>
    <p:extLst>
      <p:ext uri="{BB962C8B-B14F-4D97-AF65-F5344CB8AC3E}">
        <p14:creationId xmlns:p14="http://schemas.microsoft.com/office/powerpoint/2010/main" val="19792349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443F14-D51D-49E8-BDE8-F892E142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Formulaire mobile de stock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B5458-69E3-4CC5-AEE3-BED1211C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 capture montre les champs nécessaires au rapport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1149C-0FAD-4A3C-94DF-C3459E86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6FCE3-05D4-4823-AFB5-3EAFEDDA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c2231ca15c4f09"/>
          <a:stretch xmlns:a="http://schemas.openxmlformats.org/drawingml/2006/main"/>
        </p:blipFill>
        <p:spPr>
          <a:xfrm xmlns:a="http://schemas.openxmlformats.org/drawingml/2006/main">
            <a:off x="1197769" y="1200150"/>
            <a:ext cx="2271713" cy="5048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A451A-6102-4FEB-B9C1-5F1BAF8F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621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45CA0-BD4D-4D56-9E1E-F71A1B28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543050"/>
            <a:ext cx="544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L'utilisateur connecté apparaît en haut avec son rôle de relais communautaire.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FFFB9-65F7-46B8-90FA-90402218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907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36003-D9B1-4DFC-8727-52F7686E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71700"/>
            <a:ext cx="544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 formulaire demande la structure de santé, le produit et la période Début/Fin.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15FB6-5B58-4C30-B723-267E7842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194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B8AFF-1253-4F4A-83FD-6A576D57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00350"/>
            <a:ext cx="544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Les champs Quantité reçue, Quantité distribuée et Quantité disponible couvrent le suivi stock.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B4C2E-9D5D-449F-82C5-59FEA263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480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B3F2F-3642-42B0-BBED-79D8B0B8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429000"/>
            <a:ext cx="544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 bascule Rupture déclarée et le commentaire ajoutent le contexte opérationnel.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EAA4B3-CE7A-4B83-8554-B1EFBBA4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767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0AB4F4-FFCE-495F-9BC6-E4F3D275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57650"/>
            <a:ext cx="544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 bouton Enregistrer finalise la saisie terrain.</a:t>
            </a:r>
          </a:p>
        </p:txBody>
      </p:sp>
    </p:spTree>
    <p:extLst>
      <p:ext uri="{BB962C8B-B14F-4D97-AF65-F5344CB8AC3E}">
        <p14:creationId xmlns:p14="http://schemas.microsoft.com/office/powerpoint/2010/main" val="389151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C83C10-F160-4809-B047-93AF6275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Flux observé dans les écrans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6F9B2-9FA0-487B-A81F-BA93E643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Les captures montrent le lien entre administration et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3B3CF-AF51-4E85-A917-E13103DE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0ED5B-9FF4-4E3E-B136-16449177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95201-3664-4D33-ACDA-8C36BE0D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2232F-4C5C-4F13-8866-E2503FF2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240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8D36A-FF15-41DF-870F-3917B845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526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Côté admin web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4C476E-6877-446A-BC73-3A5BE3EA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19375"/>
            <a:ext cx="3619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Créer les comptes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Préparer le référentiel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Évaluer les alertes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Suivre les statuts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13797-7144-4D49-8FCB-75E37F86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526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5E8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85E8E"/>
                </a:solidFill>
                <a:latin typeface="Aptos"/>
                <a:ea typeface="Aptos"/>
                <a:cs typeface="Aptos"/>
              </a:rPr>
              <a:t>Côté mobile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DCFD45-82B0-4D65-905D-830F5D74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19375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Se connecter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Choisir la structure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Renseigner les quantités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Déclarer une rupture</a:t>
            </a:r>
          </a:p>
        </p:txBody>
      </p:sp>
    </p:spTree>
    <p:extLst>
      <p:ext uri="{BB962C8B-B14F-4D97-AF65-F5344CB8AC3E}">
        <p14:creationId xmlns:p14="http://schemas.microsoft.com/office/powerpoint/2010/main" val="4866562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8F1515-9088-4DE3-8635-18624147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Ce que les captures permettent de défendre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960F6-8CD2-4245-9C7D-919CF512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Le projet dispose déjà d'une démonstration exploitable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8B6CF-D522-4C22-9F3C-182061B7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3BBB0-6C82-4412-9D5F-3B4F0DF2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65E59-279F-4C49-8F38-B36602F7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33DA8-C925-42C3-BF5C-73BD2956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43050"/>
            <a:ext cx="944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Un administrateur peut créer les comptes et organiser le référentiel sanitaire.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533D1-BCCD-4F4F-B747-36162704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7869E-FC72-4F36-93CD-21ACAB6A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28850"/>
            <a:ext cx="944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Un responsable peut ouvrir l'écran Alertes pour voir les structures à risque.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A9A075-5286-4907-A1D0-180D0495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E51B51-3F1C-4589-A305-54C2193F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944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Un acteur terrain peut se connecter sur mobile et renseigner un rapport de stock complet.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8AD5B1-367E-4F6D-A84C-93D744CE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3BFE1-0439-4847-8C89-FC1126F2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0450"/>
            <a:ext cx="944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Les prochaines démonstrations doivent montrer le dashboard rempli avec les données remontées du mobile.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996CD5-8465-43EA-84B9-A67B4C89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4F5858-A798-48F3-8538-75353BE9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86250"/>
            <a:ext cx="944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Les SMS et l'assistant LLM peuvent venir après stabilisation du flux visible dans ces écrans.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608A51-599A-41BD-8F00-D0566C6D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031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Priorité recommandée: stabiliser les règles d'accès, les tests et le pilotage opérationnel avant les automatisations avancées.</a:t>
            </a:r>
          </a:p>
        </p:txBody>
      </p:sp>
    </p:spTree>
    <p:extLst>
      <p:ext uri="{BB962C8B-B14F-4D97-AF65-F5344CB8AC3E}">
        <p14:creationId xmlns:p14="http://schemas.microsoft.com/office/powerpoint/2010/main" val="1300951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2026-09-09T12:04:26.3350000Z</dcterms:created>
  <dcterms:modified xsi:type="dcterms:W3CDTF">2026-09-09T12:04:26.3350000Z</dcterms:modified>
</coreProperties>
</file>