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4be96acc264050" /><Relationship Type="http://schemas.openxmlformats.org/officeDocument/2006/relationships/extended-properties" Target="/docProps/app.xml" Id="Ra77f30d4f74149ab" /><Relationship Type="http://schemas.openxmlformats.org/officeDocument/2006/relationships/officeDocument" Target="/ppt/presentation.xml" Id="Rcb5d11336cdd45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0812db94ee4db8"/>
  </p:sldMasterIdLst>
  <p:notesMasterIdLst>
    <p:notesMasterId xmlns:r="http://schemas.openxmlformats.org/officeDocument/2006/relationships" r:id="R46b91bd0120842db"/>
  </p:notesMasterIdLst>
  <p:sldIdLst>
    <p:sldId xmlns:r="http://schemas.openxmlformats.org/officeDocument/2006/relationships" id="256" r:id="R1aa7f6ed5b7f4e1a"/>
    <p:sldId xmlns:r="http://schemas.openxmlformats.org/officeDocument/2006/relationships" id="257" r:id="Rbd6c943b83504f29"/>
    <p:sldId xmlns:r="http://schemas.openxmlformats.org/officeDocument/2006/relationships" id="258" r:id="R60a312ef147642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a05b52b3f340a3" /><Relationship Type="http://schemas.openxmlformats.org/officeDocument/2006/relationships/slideMaster" Target="/ppt/slideMasters/slideMaster1.xml" Id="R4d0812db94ee4db8" /><Relationship Type="http://schemas.openxmlformats.org/officeDocument/2006/relationships/notesMaster" Target="/ppt/notesMasters/notesMaster1.xml" Id="R46b91bd0120842db" /><Relationship Type="http://schemas.openxmlformats.org/officeDocument/2006/relationships/presProps" Target="/ppt/presProps.xml" Id="Rc821e499db53421c" /><Relationship Type="http://schemas.openxmlformats.org/officeDocument/2006/relationships/tableStyles" Target="/ppt/tableStyles.xml" Id="R5c2462f8919b4be3" /><Relationship Type="http://schemas.openxmlformats.org/officeDocument/2006/relationships/slide" Target="/ppt/slides/slide1.xml" Id="R1aa7f6ed5b7f4e1a" /><Relationship Type="http://schemas.openxmlformats.org/officeDocument/2006/relationships/slide" Target="/ppt/slides/slide2.xml" Id="Rbd6c943b83504f29" /><Relationship Type="http://schemas.openxmlformats.org/officeDocument/2006/relationships/slide" Target="/ppt/slides/slide3.xml" Id="R60a312ef147642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46b43935cd4e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11c2598ec94ee2" /><Relationship Type="http://schemas.openxmlformats.org/officeDocument/2006/relationships/notesMaster" Target="/ppt/notesMasters/notesMaster1.xml" Id="Rc6f51f73ad9b48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72de0d0dd44d73" /><Relationship Type="http://schemas.openxmlformats.org/officeDocument/2006/relationships/notesMaster" Target="/ppt/notesMasters/notesMaster1.xml" Id="R6e6398dea7d244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7b65f1c7f04d54" /><Relationship Type="http://schemas.openxmlformats.org/officeDocument/2006/relationships/notesMaster" Target="/ppt/notesMasters/notesMaster1.xml" Id="R60fee106896b47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captures utilisateurs et référentiel fournies par l'utilisateur.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deux captures du module Alertes fournies par l'utilisateur.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captures de connexion mobile et formulaire de saisie stock fournies par l'utilisateur.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5e831908e94a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c2ef4007104c99" /><Relationship Type="http://schemas.openxmlformats.org/officeDocument/2006/relationships/slideLayout" Target="/ppt/slideLayouts/slideLayout1.xml" Id="Rde03e48aec514d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03e48aec514d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809a925d84ec6" /><Relationship Type="http://schemas.openxmlformats.org/officeDocument/2006/relationships/image" Target="/ppt/media/image.jpeg" Id="R7e6428eb411b4c5f" /><Relationship Type="http://schemas.openxmlformats.org/officeDocument/2006/relationships/image" Target="/ppt/media/image2.jpeg" Id="R3d86b030c8c1483d" /><Relationship Type="http://schemas.openxmlformats.org/officeDocument/2006/relationships/notesSlide" Target="/ppt/notesSlides/notesSlide1.xml" Id="R8c836698bf6c4c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1f73e475f4276" /><Relationship Type="http://schemas.openxmlformats.org/officeDocument/2006/relationships/image" Target="/ppt/media/image3.jpeg" Id="Rede27443472946aa" /><Relationship Type="http://schemas.openxmlformats.org/officeDocument/2006/relationships/image" Target="/ppt/media/image4.jpeg" Id="R84b97096b0f94a56" /><Relationship Type="http://schemas.openxmlformats.org/officeDocument/2006/relationships/notesSlide" Target="/ppt/notesSlides/notesSlide2.xml" Id="R7d0b4f3a2f794d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6febf751e4c3c" /><Relationship Type="http://schemas.openxmlformats.org/officeDocument/2006/relationships/image" Target="/ppt/media/image5.jpeg" Id="R71ed4826bd3d4af3" /><Relationship Type="http://schemas.openxmlformats.org/officeDocument/2006/relationships/image" Target="/ppt/media/image6.jpeg" Id="R71739c5ae33741d7" /><Relationship Type="http://schemas.openxmlformats.org/officeDocument/2006/relationships/notesSlide" Target="/ppt/notesSlides/notesSlide3.xml" Id="R2e3c0e885fbe43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C21CCC-4A9E-4FCB-9516-48D46AEA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583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Console admin: utilisateurs et référentiel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F7D863-CEAF-402C-9D68-5CECA2D1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91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Les captures montrent la préparation des comptes, des structures et du produit Vitamine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2CDDE-65A6-4738-8134-9B3DCA10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97CFB-7DEC-4480-BBF5-D6F223A2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811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5A"/>
          </a:solidFill>
          <a:ln xmlns:a="http://schemas.openxmlformats.org/drawingml/2006/main" w="0">
            <a:solidFill>
              <a:srgbClr val="0B7F5A"/>
            </a:solidFill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6428eb411b4c5f"/>
          <a:srcRect xmlns:a="http://schemas.openxmlformats.org/drawingml/2006/main" l="2085" t="0" r="20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447800"/>
            <a:ext cx="4953000" cy="27813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6b030c8c1483d"/>
          <a:srcRect xmlns:a="http://schemas.openxmlformats.org/drawingml/2006/main" l="0" t="20986" r="0" b="209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4400550"/>
            <a:ext cx="4953000" cy="15430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FC9AD-7A5C-4725-BE14-8DF17779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Création des utilisateurs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D23D98-D132-451D-8F5F-D3B6D60F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716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 formulaire permet de créer un compte, choisir un rôle, définir un périmètre et affecter l'utilisateur à une structure.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B5A653-2B41-49C0-B3AF-05322AAD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0510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Comptes actifs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75E69-E2E6-4C47-86B5-6B570C6C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La liste affiche les utilisateurs existants avec téléphone, rôle et statut. Elle sert au suivi des accès terrain et supervision.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959413-0BD4-4F2A-A6E4-8B4D2429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0055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5E8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85E8E"/>
                </a:solidFill>
                <a:latin typeface="Aptos"/>
                <a:ea typeface="Aptos"/>
                <a:cs typeface="Aptos"/>
              </a:rPr>
              <a:t>Référentiel sanitaire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E50F90-2701-4C45-BF5D-9D4064F6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672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Les formulaires couvrent province, zone de santé, structure et produit. Vitamine A apparaît comme produit suivi en capsule.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30E4C-628B-4364-A9BF-63B4D75C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</p:spTree>
    <p:extLst>
      <p:ext uri="{BB962C8B-B14F-4D97-AF65-F5344CB8AC3E}">
        <p14:creationId xmlns:p14="http://schemas.microsoft.com/office/powerpoint/2010/main" val="18319805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05855F-9C3E-436A-AEA9-463E48BC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583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Console admin: alertes opérationnelles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31E6E-85EF-41B5-9D7D-298FB2B1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91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Les deux captures montrent le même module de suivi des risques et retards de rapport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64631-60FB-474C-A459-7895E1E4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7B09D-D6D9-4D0F-963F-77069982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811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e27443472946aa"/>
          <a:srcRect xmlns:a="http://schemas.openxmlformats.org/drawingml/2006/main" l="2134" t="0" r="21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466850"/>
            <a:ext cx="5191125" cy="29146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b97096b0f94a56"/>
          <a:srcRect xmlns:a="http://schemas.openxmlformats.org/drawingml/2006/main" l="0" t="27811" r="0" b="278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4591050"/>
            <a:ext cx="5191125" cy="1238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011D6-9EBE-4947-8B0D-4706F99C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2400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Évaluer les alertes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F8185F-1ADB-420E-8EFD-BA14EB8E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907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 bouton en haut à droite permet de relancer l'analyse des situations à risque à partir des données disponibles.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033BD-0874-4084-9F33-A1C82F53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6225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Stock critique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459848-F5AB-418B-B9AD-C1A6A053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289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L'alerte critical_stock signale CS Binza avec environ 1 jour de stock restant pour la Vitamine 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207922-C34C-4F58-8230-7A5E3C0B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0050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Rapport manquant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FFE5A9-6845-4E30-A526-89995BAE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672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L'alerte missing_report signale CS Nzanza lorsque le rapport attendu n'a pas été reçu à temps.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B889E7-65DA-471D-AAFE-BBCCD046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3875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Traitement des alertes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0B8747-0D7B-457C-AA55-7D640229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5054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Les actions à droite de chaque ligne servent à accuser réception ou résoudre une alerte suivie par les responsables.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78A888-63DC-483F-98F0-3653E7FA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</p:spTree>
    <p:extLst>
      <p:ext uri="{BB962C8B-B14F-4D97-AF65-F5344CB8AC3E}">
        <p14:creationId xmlns:p14="http://schemas.microsoft.com/office/powerpoint/2010/main" val="7902814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EA8487-1B75-4BC9-A881-E9C9FCFB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583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Application mobile: connexion et saisie stock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47081-61AB-4777-A6E6-0A225FCD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91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Les captures montrent le parcours terrain, de l'identification à l'enregistrement du rapport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5D685-A14A-476D-940E-91ACE674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6CB66-8591-4DCD-8A61-2103D25A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811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solidFill>
              <a:srgbClr val="285E8E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d4826bd3d4af3"/>
          <a:srcRect xmlns:a="http://schemas.openxmlformats.org/drawingml/2006/main" l="0" t="18846" r="0" b="188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428750"/>
            <a:ext cx="2476500" cy="342900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739c5ae33741d7"/>
          <a:stretch xmlns:a="http://schemas.openxmlformats.org/drawingml/2006/main"/>
        </p:blipFill>
        <p:spPr>
          <a:xfrm xmlns:a="http://schemas.openxmlformats.org/drawingml/2006/main">
            <a:off x="3826669" y="1352550"/>
            <a:ext cx="1928813" cy="428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E2ADE-E9A4-4B68-8DC4-5839BD68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44780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5E8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85E8E"/>
                </a:solidFill>
                <a:latin typeface="Aptos"/>
                <a:ea typeface="Aptos"/>
                <a:cs typeface="Aptos"/>
              </a:rPr>
              <a:t>Connexion terrain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FDBD3C-C9D0-4E1E-9393-7AC5E3C3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7145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L'utilisateur se connecte avec téléphone ou email et mot de passe. L'écran reprend l'identité VitA Stock.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F5129-E229-4CEF-A425-1E69C182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6700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5E8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85E8E"/>
                </a:solidFill>
                <a:latin typeface="Aptos"/>
                <a:ea typeface="Aptos"/>
                <a:cs typeface="Aptos"/>
              </a:rPr>
              <a:t>Profil visible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20D4B-69D8-49BB-8B7C-A3B4ADA9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337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 formulaire affiche l'utilisateur connecté, ici un relais communautaire, avant la saisie des données.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D5ACC6-9E72-4732-B132-B5F7CCB0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8620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5E8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85E8E"/>
                </a:solidFill>
                <a:latin typeface="Aptos"/>
                <a:ea typeface="Aptos"/>
                <a:cs typeface="Aptos"/>
              </a:rPr>
              <a:t>Formulaire complet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8AE98D-BC3B-4D64-B65A-F202378B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1529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La saisie couvre structure, produit, période, quantités reçues, distribuées et disponibles.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4978C1-5A8D-4590-95E5-0939CC90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10540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5E8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85E8E"/>
                </a:solidFill>
                <a:latin typeface="Aptos"/>
                <a:ea typeface="Aptos"/>
                <a:cs typeface="Aptos"/>
              </a:rPr>
              <a:t>Rupture déclarée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CEEB6E-F0D4-4268-9BDF-B492A86A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3721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La bascule de rupture et le commentaire optionnel ajoutent le contexte nécessaire aux superviseurs.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A75CC9-3E5D-4C1C-BA50-43262AEC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</p:spTree>
    <p:extLst>
      <p:ext uri="{BB962C8B-B14F-4D97-AF65-F5344CB8AC3E}">
        <p14:creationId xmlns:p14="http://schemas.microsoft.com/office/powerpoint/2010/main" val="12603689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2026-09-23T13:57:56.4180000Z</dcterms:created>
  <dcterms:modified xsi:type="dcterms:W3CDTF">2026-09-23T13:57:56.4180000Z</dcterms:modified>
</coreProperties>
</file>