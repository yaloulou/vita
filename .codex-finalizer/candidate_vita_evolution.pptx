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64528769f4ee7" /><Relationship Type="http://schemas.openxmlformats.org/officeDocument/2006/relationships/extended-properties" Target="/docProps/app.xml" Id="R7df8c7dfde2a42b6" /><Relationship Type="http://schemas.openxmlformats.org/officeDocument/2006/relationships/officeDocument" Target="/ppt/presentation.xml" Id="R70fecf4a061c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0b798425004ed4"/>
  </p:sldMasterIdLst>
  <p:notesMasterIdLst>
    <p:notesMasterId xmlns:r="http://schemas.openxmlformats.org/officeDocument/2006/relationships" r:id="R0ab1d34694f64739"/>
  </p:notesMasterIdLst>
  <p:sldIdLst>
    <p:sldId xmlns:r="http://schemas.openxmlformats.org/officeDocument/2006/relationships" id="256" r:id="R4e8933624abb4fe5"/>
    <p:sldId xmlns:r="http://schemas.openxmlformats.org/officeDocument/2006/relationships" id="257" r:id="R9fbb964a4c574cff"/>
    <p:sldId xmlns:r="http://schemas.openxmlformats.org/officeDocument/2006/relationships" id="258" r:id="R930d4b9259be44c6"/>
    <p:sldId xmlns:r="http://schemas.openxmlformats.org/officeDocument/2006/relationships" id="259" r:id="Rebc64a12880e481e"/>
    <p:sldId xmlns:r="http://schemas.openxmlformats.org/officeDocument/2006/relationships" id="260" r:id="R2591e01741954db7"/>
    <p:sldId xmlns:r="http://schemas.openxmlformats.org/officeDocument/2006/relationships" id="261" r:id="R4ecb83d90f0e4b53"/>
    <p:sldId xmlns:r="http://schemas.openxmlformats.org/officeDocument/2006/relationships" id="262" r:id="R70ce3bc22c3f4911"/>
    <p:sldId xmlns:r="http://schemas.openxmlformats.org/officeDocument/2006/relationships" id="263" r:id="R34b6b21d4c2e4b94"/>
    <p:sldId xmlns:r="http://schemas.openxmlformats.org/officeDocument/2006/relationships" id="264" r:id="R1d4e1f59596d48c7"/>
    <p:sldId xmlns:r="http://schemas.openxmlformats.org/officeDocument/2006/relationships" id="265" r:id="R9ce7cf1d44e2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12277d87124b0f" /><Relationship Type="http://schemas.openxmlformats.org/officeDocument/2006/relationships/slideMaster" Target="/ppt/slideMasters/slideMaster1.xml" Id="R2c0b798425004ed4" /><Relationship Type="http://schemas.openxmlformats.org/officeDocument/2006/relationships/notesMaster" Target="/ppt/notesMasters/notesMaster1.xml" Id="R0ab1d34694f64739" /><Relationship Type="http://schemas.openxmlformats.org/officeDocument/2006/relationships/presProps" Target="/ppt/presProps.xml" Id="R76668245c4444723" /><Relationship Type="http://schemas.openxmlformats.org/officeDocument/2006/relationships/tableStyles" Target="/ppt/tableStyles.xml" Id="Ra4b1498680dd4045" /><Relationship Type="http://schemas.openxmlformats.org/officeDocument/2006/relationships/slide" Target="/ppt/slides/slide1.xml" Id="R4e8933624abb4fe5" /><Relationship Type="http://schemas.openxmlformats.org/officeDocument/2006/relationships/slide" Target="/ppt/slides/slide2.xml" Id="R9fbb964a4c574cff" /><Relationship Type="http://schemas.openxmlformats.org/officeDocument/2006/relationships/slide" Target="/ppt/slides/slide3.xml" Id="R930d4b9259be44c6" /><Relationship Type="http://schemas.openxmlformats.org/officeDocument/2006/relationships/slide" Target="/ppt/slides/slide4.xml" Id="Rebc64a12880e481e" /><Relationship Type="http://schemas.openxmlformats.org/officeDocument/2006/relationships/slide" Target="/ppt/slides/slide5.xml" Id="R2591e01741954db7" /><Relationship Type="http://schemas.openxmlformats.org/officeDocument/2006/relationships/slide" Target="/ppt/slides/slide6.xml" Id="R4ecb83d90f0e4b53" /><Relationship Type="http://schemas.openxmlformats.org/officeDocument/2006/relationships/slide" Target="/ppt/slides/slide7.xml" Id="R70ce3bc22c3f4911" /><Relationship Type="http://schemas.openxmlformats.org/officeDocument/2006/relationships/slide" Target="/ppt/slides/slide8.xml" Id="R34b6b21d4c2e4b94" /><Relationship Type="http://schemas.openxmlformats.org/officeDocument/2006/relationships/slide" Target="/ppt/slides/slide9.xml" Id="R1d4e1f59596d48c7" /><Relationship Type="http://schemas.openxmlformats.org/officeDocument/2006/relationships/slide" Target="/ppt/slides/slide10.xml" Id="R9ce7cf1d44e2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fd13a8010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f3ded83e14b0f" /><Relationship Type="http://schemas.openxmlformats.org/officeDocument/2006/relationships/notesMaster" Target="/ppt/notesMasters/notesMaster1.xml" Id="R3d8a44cb7b0f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44068bcde84962" /><Relationship Type="http://schemas.openxmlformats.org/officeDocument/2006/relationships/notesMaster" Target="/ppt/notesMasters/notesMaster1.xml" Id="Ra829835689c1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92b4ade83d4f3e" /><Relationship Type="http://schemas.openxmlformats.org/officeDocument/2006/relationships/notesMaster" Target="/ppt/notesMasters/notesMaster1.xml" Id="R7717ed7c75e14a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b0fc1a866740b0" /><Relationship Type="http://schemas.openxmlformats.org/officeDocument/2006/relationships/notesMaster" Target="/ppt/notesMasters/notesMaster1.xml" Id="Re4e0a9c2b04844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b0f2f2ebb46a8" /><Relationship Type="http://schemas.openxmlformats.org/officeDocument/2006/relationships/notesMaster" Target="/ppt/notesMasters/notesMaster1.xml" Id="Rff472828fb05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e76f5a26584e22" /><Relationship Type="http://schemas.openxmlformats.org/officeDocument/2006/relationships/notesMaster" Target="/ppt/notesMasters/notesMaster1.xml" Id="Rcdc81522df2343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1ee2d08c94d27" /><Relationship Type="http://schemas.openxmlformats.org/officeDocument/2006/relationships/notesMaster" Target="/ppt/notesMasters/notesMaster1.xml" Id="Rb72003d047eb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fa34390efc4d03" /><Relationship Type="http://schemas.openxmlformats.org/officeDocument/2006/relationships/notesMaster" Target="/ppt/notesMasters/notesMaster1.xml" Id="R4804fb6ed4e542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0f46af79cc4717" /><Relationship Type="http://schemas.openxmlformats.org/officeDocument/2006/relationships/notesMaster" Target="/ppt/notesMasters/notesMaster1.xml" Id="R2f24a7d8bad841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a3870b475e4d37" /><Relationship Type="http://schemas.openxmlformats.org/officeDocument/2006/relationships/notesMaster" Target="/ppt/notesMasters/notesMaster1.xml" Id="R13a5a8afe4e744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fournies par l'utilisateur et code local des projets vita_back, vita-frontend et vita_mobile.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Lecture transversale des captures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référentiel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utilisateurs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capture admin référentiel fournie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admin alertes fournie par l'utilisateur; endpoints /alerts, /alerts/evaluate et /alerts/:id.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login; lib/features/auth/data/auth_repository.dart et écrans d'authentification Flutter.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 mobile formulaire; lib/features/stock/data/stock_repository.dart et lib/features/stock/presentation/stock_entry_screen.dart.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visuelle basée sur les captures fournies.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Synthèse de recommandations basée sur l'état actuel du projet et les objectifs exprimés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4a375e74141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9b09dd3c24b5b" /><Relationship Type="http://schemas.openxmlformats.org/officeDocument/2006/relationships/slideLayout" Target="/ppt/slideLayouts/slideLayout1.xml" Id="R90914e17ac2248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14e17ac2248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231ad8d8e4701" /><Relationship Type="http://schemas.openxmlformats.org/officeDocument/2006/relationships/image" Target="/ppt/media/image.jpeg" Id="R2924768352914010" /><Relationship Type="http://schemas.openxmlformats.org/officeDocument/2006/relationships/notesSlide" Target="/ppt/notesSlides/notesSlide1.xml" Id="R1cbc88d57ff8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8df58406040d2" /><Relationship Type="http://schemas.openxmlformats.org/officeDocument/2006/relationships/notesSlide" Target="/ppt/notesSlides/notesSlide2.xml" Id="R0cba9c4946be43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bc804ccb64810" /><Relationship Type="http://schemas.openxmlformats.org/officeDocument/2006/relationships/image" Target="/ppt/media/image2.jpeg" Id="R03345500d2844d8f" /><Relationship Type="http://schemas.openxmlformats.org/officeDocument/2006/relationships/notesSlide" Target="/ppt/notesSlides/notesSlide3.xml" Id="R69252d3173b9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2cad39384257" /><Relationship Type="http://schemas.openxmlformats.org/officeDocument/2006/relationships/image" Target="/ppt/media/image3.jpeg" Id="R1b33b0a561a849ef" /><Relationship Type="http://schemas.openxmlformats.org/officeDocument/2006/relationships/notesSlide" Target="/ppt/notesSlides/notesSlide4.xml" Id="R774a8c2627674c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60a16e49e47df" /><Relationship Type="http://schemas.openxmlformats.org/officeDocument/2006/relationships/image" Target="/ppt/media/image4.jpeg" Id="R6122aed3077949a4" /><Relationship Type="http://schemas.openxmlformats.org/officeDocument/2006/relationships/notesSlide" Target="/ppt/notesSlides/notesSlide5.xml" Id="R3eee351fd4bb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9c645bb4e4551" /><Relationship Type="http://schemas.openxmlformats.org/officeDocument/2006/relationships/image" Target="/ppt/media/image5.jpeg" Id="R175c9045599946e1" /><Relationship Type="http://schemas.openxmlformats.org/officeDocument/2006/relationships/notesSlide" Target="/ppt/notesSlides/notesSlide6.xml" Id="Rf4ba203ee43448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9d28c984b4d80" /><Relationship Type="http://schemas.openxmlformats.org/officeDocument/2006/relationships/image" Target="/ppt/media/image6.jpeg" Id="R280c7f7219594bb1" /><Relationship Type="http://schemas.openxmlformats.org/officeDocument/2006/relationships/notesSlide" Target="/ppt/notesSlides/notesSlide7.xml" Id="Rd5d7bc8895e441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30915f2c74084" /><Relationship Type="http://schemas.openxmlformats.org/officeDocument/2006/relationships/image" Target="/ppt/media/image7.jpeg" Id="R0e4c335235e0414b" /><Relationship Type="http://schemas.openxmlformats.org/officeDocument/2006/relationships/notesSlide" Target="/ppt/notesSlides/notesSlide8.xml" Id="Rcb3132431a5044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d416e11914841" /><Relationship Type="http://schemas.openxmlformats.org/officeDocument/2006/relationships/notesSlide" Target="/ppt/notesSlides/notesSlide9.xml" Id="R89830112bc244d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4627d841740e9" /><Relationship Type="http://schemas.openxmlformats.org/officeDocument/2006/relationships/notesSlide" Target="/ppt/notesSlides/notesSlide10.xml" Id="Rdbfe48ba8daa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583EC-CDDE-4C89-9A55-FA58E793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5D8F5-D715-459E-8504-4F969FF1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033A1-965C-45DB-9945-5C9B894D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9FE3D-E8D2-4DD7-858E-F46E60CA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Évolution du projet et fonctionnalités déjà disponibles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4768352914010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38375"/>
            <a:ext cx="4381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3337A-C531-4FD3-A730-5375E96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Présentation centrée sur les écrans déjà visibles: console admin, alertes, référentiel, utilisateurs, connexion mobile et formulaire de stock.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00E79-2B91-4702-AF24-9BF5C8B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5EC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Version de démonstration 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34C87-A89C-414B-9834-27471EC1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65359-F914-47E2-8D19-64A9DF52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9403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1322F-1E3E-496C-88A2-43254D2D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Lecture des captures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575AC-9DFC-42D0-97AA-6D196AF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écrans montrent le périmètre fonctionnel déjà matérialisé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02D1F-E9FA-45D0-8BA9-81B13712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AD1E8-92D2-48E8-B4B3-FAA9EDF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A454-9A82-4B0F-ACA4-58182DA4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F4804-BEDB-493C-863C-2E37B35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barre latérale admin donne accès aux quatre blocs livrés: Dashboard, Utilisateurs, Référentiel et Alertes.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F086B-5E09-4482-805C-869FADE1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087BA-3240-4588-ABD3-6FB1AB3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console utilise le nom KSPH VitA Stock et place la coordination vitamine A au centre du pilotage.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37F89-F642-4687-9ADD-2E2CB5A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2F6E7-32F6-4718-8319-53587415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écrans mobile reprennent le même usage métier: connexion du terrain puis saisie de stock.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3EB0-3131-4FCD-9345-6E1D493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37C8E-B7E9-4DB7-A214-9E29E83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captures couvrent le flux complet entre administration et collecte terrain.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40062-2C11-471E-98DA-378F566A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002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35DA8-9AF5-45B2-B4CB-1412288C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 que l'on peut déjà montrer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532ED-1626-4CE3-B78E-BD3DB811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de comptes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Création du référentiel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Suivi des alertes</a:t>
            </a:r>
          </a:p>
          <a:p xmlns:a="http://schemas.openxmlformats.org/drawingml/2006/main">
            <a:pPr>
              <a:defRPr sz="16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Saisie mobile</a:t>
            </a:r>
          </a:p>
        </p:txBody>
      </p:sp>
    </p:spTree>
    <p:extLst>
      <p:ext uri="{BB962C8B-B14F-4D97-AF65-F5344CB8AC3E}">
        <p14:creationId xmlns:p14="http://schemas.microsoft.com/office/powerpoint/2010/main" val="894515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DB1D0-E199-411A-972F-7547B2B9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administrative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6BD21-D508-4A89-AD5F-BB442DA4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navigation montre les blocs disponibles pour le pilotage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ED9F3-41BF-4D09-940E-7BCF865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810ED-7ECA-4D87-9A0F-686A425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45500d2844d8f"/>
          <a:srcRect xmlns:a="http://schemas.openxmlformats.org/drawingml/2006/main" l="2507" t="0" r="2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65722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5B253-64B5-4141-91AA-5F730415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Menu de gauche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3FD9C-7B1F-497C-868F-A7D4387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05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entrées Dashboard, Utilisateurs, Référentiel et Alertes structurent l'outil admin autour des tâches récurrentes.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1A95F-6723-4F13-B397-6276700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En-tête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B31DA-EA2F-4EEA-BB62-194354A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libellé Coordination vitamine A indique que l'interface vise directement le suivi opérationnel VitA.</a:t>
            </a:r>
          </a:p>
        </p:txBody>
      </p:sp>
    </p:spTree>
    <p:extLst>
      <p:ext uri="{BB962C8B-B14F-4D97-AF65-F5344CB8AC3E}">
        <p14:creationId xmlns:p14="http://schemas.microsoft.com/office/powerpoint/2010/main" val="703914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96D54-B603-46A0-AC96-DB329445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Gestion des utilisateurs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1E16C-8F8E-4C36-98B2-743CEDD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la création et le suivi des comptes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BDAAD-50EE-4EA3-AF66-523814C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86EF6-5888-4270-8D7D-32F196D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3b0a561a849ef"/>
          <a:srcRect xmlns:a="http://schemas.openxmlformats.org/drawingml/2006/main" l="2197" t="0" r="21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81125"/>
            <a:ext cx="6667500" cy="3752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0913E-5C2E-4357-829E-DECB1B6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90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A6DA6-2738-48EC-AB7A-839FCE6E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716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prévoit le nom complet, le téléphone, le mot de passe temporaire et le rôle.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D0EF8-BA79-4BB7-AD70-74DC7BBC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2CE76-8229-47C0-A503-8D34FFC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098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L'affectation rattache le compte à une structure, une zone ou une province.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10E62-63DB-4E63-84FF-0D33E49B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670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C22AF-8F3B-4801-A18F-AC3FA16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480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liste à droite permet de voir les comptes actifs et leur rôle opérationnel.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D227-ADB8-44F4-B9BB-412207F8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052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C749-E09A-4553-9829-17DACE92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862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Cette page crée les acteurs terrain et les superviseurs.</a:t>
            </a:r>
          </a:p>
        </p:txBody>
      </p:sp>
    </p:spTree>
    <p:extLst>
      <p:ext uri="{BB962C8B-B14F-4D97-AF65-F5344CB8AC3E}">
        <p14:creationId xmlns:p14="http://schemas.microsoft.com/office/powerpoint/2010/main" val="270508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ADEE-6B91-4A4C-9EE1-F21C8B21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Référentiel sanitaire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72DEE-B24A-4461-A54F-E9B8A811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la préparation des données de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5F0C-E926-4C5B-B32E-F48C9CC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AA047-FED8-4EAB-80F5-AFDC91E4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2aed3077949a4"/>
          <a:srcRect xmlns:a="http://schemas.openxmlformats.org/drawingml/2006/main" l="2278" t="0" r="2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381125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06B49-B6D4-4550-B4E0-9DD4B18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906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A3E61-2E0D-4AE4-9C70-CC288914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7162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cartes Province, Zone de santé, Structure et Produit couvrent les entités visibles dans les rapports.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B92F9-2C97-423E-AD75-277B834B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71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7D23-A710-4CCF-9B2F-92AA813B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526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listes du bas confirment les structures suivies, comme CS Binza et CS Nzanza.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A6B77-9B95-425E-ADB6-FA1E7AD5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527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30EB8-AC77-4A43-8CB6-91E33413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3372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produit Vitamine A apparaît comme produit suivi avec l'unité capsule.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ABD89-148B-4355-8576-816F32F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33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DFCF8-F3E7-4BCB-943E-E094D24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14775"/>
            <a:ext cx="2733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Ce référentiel rend les formulaires plus fiables grâce à des choix contrôlés.</a:t>
            </a:r>
          </a:p>
        </p:txBody>
      </p:sp>
    </p:spTree>
    <p:extLst>
      <p:ext uri="{BB962C8B-B14F-4D97-AF65-F5344CB8AC3E}">
        <p14:creationId xmlns:p14="http://schemas.microsoft.com/office/powerpoint/2010/main" val="2035465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E6C39-F856-4794-BF42-5DA7D0D8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93DA1-2B62-4669-B30A-EFF2361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console met en évidence les situations à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B4EC-D938-416B-B821-4CF7337F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F6044-5188-44EE-B511-4497B39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9045599946e1"/>
          <a:srcRect xmlns:a="http://schemas.openxmlformats.org/drawingml/2006/main" l="2222" t="0" r="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09700"/>
            <a:ext cx="68580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E7263-03E0-4B76-A73F-FD6FF23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42BBD-A8FE-4F0A-9DEE-69A896D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Evaluer les alertes déclenche le recalcul depuis la console.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FB014-B5B5-4BA5-BAA0-AB3BA48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72955-8A3D-4A05-B11E-2D0EEDD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0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première alerte signale CS Binza en stock critique avec environ 1 jour restant.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A69C7-D044-498C-BBCA-96F75667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06AFF-CABC-4803-AEBC-65E86CB4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deuxième alerte signale CS Nzanza pour rapport manquant avant l'échéance.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5BF5B-6C4D-4B2A-B296-B93DAB93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F917F-4711-4F6C-819B-34710C87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8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boutons à droite servent à traiter l'alerte, par exemple accuser réception ou résoudre.</a:t>
            </a:r>
          </a:p>
        </p:txBody>
      </p:sp>
    </p:spTree>
    <p:extLst>
      <p:ext uri="{BB962C8B-B14F-4D97-AF65-F5344CB8AC3E}">
        <p14:creationId xmlns:p14="http://schemas.microsoft.com/office/powerpoint/2010/main" val="1158603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D86F9-E041-4ABC-9F02-77EB226E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Connexion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ECBD2-B1D5-4A34-AC78-F5FF8D1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l'entrée sécurisée pour les acteurs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BE8B7-EA18-465B-80FD-1A8FC16E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8FF4F-998C-4F04-AC08-80CE241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c7f7219594bb1"/>
          <a:srcRect xmlns:a="http://schemas.openxmlformats.org/drawingml/2006/main" l="0" t="19286" r="0" b="19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428750"/>
            <a:ext cx="3000375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F2F3-B3E5-4297-B3F6-DC41DB5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71A63-47ED-469C-B0EB-9991349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champ Telephone ou email accepte les deux identifiants prévus pour les utilisateurs.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88A53-A120-404C-A424-3FE1EE4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6DFFB-356B-48CA-A8F3-FCE4CC2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champ Mot de passe active une connexion contrôlée avant la saisie de stock.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8EA61-4174-4477-BCBA-ED5046E3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D9860-DC41-4E27-A722-89CC672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623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Se connecter donne un parcours simple aux relais et infirmiers.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2941B-8CFC-44D6-923B-A3994E29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9CBE8-72E3-4836-9AD1-F52AA840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86200"/>
            <a:ext cx="544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visuel reprend l'identité VitA Stock avec le symbole de santé.</a:t>
            </a:r>
          </a:p>
        </p:txBody>
      </p:sp>
    </p:spTree>
    <p:extLst>
      <p:ext uri="{BB962C8B-B14F-4D97-AF65-F5344CB8AC3E}">
        <p14:creationId xmlns:p14="http://schemas.microsoft.com/office/powerpoint/2010/main" val="584838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E7B9F-3BD3-410D-A4E7-B36F5FA4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Formulaire mobile de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4975C-9C8E-4CCB-A5AE-3A31CE5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 capture montre les champs nécessaires au rapport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F6DD1-2B93-4121-9EF3-5A2DE8AE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541B8-0A83-490A-A58F-69A0FD4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c335235e0414b"/>
          <a:stretch xmlns:a="http://schemas.openxmlformats.org/drawingml/2006/main"/>
        </p:blipFill>
        <p:spPr>
          <a:xfrm xmlns:a="http://schemas.openxmlformats.org/drawingml/2006/main">
            <a:off x="1197769" y="1200150"/>
            <a:ext cx="2271713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1498D-A6E4-4759-85C8-268E4D3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0F4CD-F94C-4D7A-911D-07F6D5A8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430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L'utilisateur connecté apparaît en haut avec son rôle de relais communautaire.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7344D-F722-4196-95E7-6F4216C6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59283-F80B-4E0A-BCDF-D406C40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demande la structure de santé, le produit et la période Début/Fin.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4D48-7F5F-4E63-B5D0-AA52B210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0A2B2-5644-4ED0-B12C-C4A1175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03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champs Quantité reçue, Quantité distribuée et Quantité disponible couvrent le suivi stock.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43A55-3B49-47A8-88A8-9E55D25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C55C7-E744-4E8D-865F-46B30894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2900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bascule Rupture déclarée et le commentaire ajoutent le contexte opérationnel.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131CF-15BB-44AB-B024-0FE2B56A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2AA09-47FE-48E6-8F7D-95FA38AC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5765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Enregistrer finalise la saisie terrain.</a:t>
            </a:r>
          </a:p>
        </p:txBody>
      </p:sp>
    </p:spTree>
    <p:extLst>
      <p:ext uri="{BB962C8B-B14F-4D97-AF65-F5344CB8AC3E}">
        <p14:creationId xmlns:p14="http://schemas.microsoft.com/office/powerpoint/2010/main" val="1110926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31C5F-AF55-46AB-A537-A3F4DD6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 observé dans les écrans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3392E-1BEE-4691-BD24-8FB77008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le lien entre administration et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5A5B9-DADF-450B-B189-6D6AC8D5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65D3D-271C-4904-87BC-3275AAA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F75E-2B0A-420D-AD48-BCFB44CC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6159-8E9C-4259-9E7A-FE599840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AC13-597E-4F15-9976-B1EA796B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Côté admin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906A1-B418-4664-959D-107B2A71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Créer les comptes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Préparer le référentiel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Évaluer les alertes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Suivre les statuts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05419-9D29-42F5-84BB-337664E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Côté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08014-8D37-4206-B804-926F3519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 connecter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Choisir la structure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Renseigner les quantités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Déclarer une rupture</a:t>
            </a:r>
          </a:p>
        </p:txBody>
      </p:sp>
    </p:spTree>
    <p:extLst>
      <p:ext uri="{BB962C8B-B14F-4D97-AF65-F5344CB8AC3E}">
        <p14:creationId xmlns:p14="http://schemas.microsoft.com/office/powerpoint/2010/main" val="80004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627FE-CAD8-4041-A89E-0371005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Ce que les captures permettent de défendre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AF433-D976-4D55-A8DC-A84B142A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projet dispose déjà d'une démonstration exploitable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D7F81-C25A-4DE1-B6E3-C5CEAE1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30DC4-C15E-4B1D-A5F6-C24B1A21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7EC6C-B029-44B0-AE4B-83D6659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638E9-5F5D-479B-AFB5-FB322CF7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430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administrateur peut créer les comptes et organiser le référentiel sanitaire.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05ED2-2EFF-4FA2-90ED-56F0073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D3BC7-A1F5-448E-86EC-1A49F08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responsable peut ouvrir l'écran Alertes pour voir les structures à risque.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CD2F9-3246-4A64-83E3-850620E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3D3B-3918-47B7-A6E4-9801E83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Un acteur terrain peut se connecter sur mobile et renseigner un rapport de stock complet.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8C118-665B-4F7B-8B60-3C6D3E5A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2DFDB-5CFE-4D5A-A67A-40E5749C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prochaines démonstrations doivent montrer le dashboard rempli avec les données remontées du mobile.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16D31-E1A8-46A5-9E35-EA1AB79A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8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D0E0A-AB00-4C07-A8FE-C0AB93D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44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SMS et l'assistant LLM peuvent venir après stabilisation du flux visible dans ces écrans.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F06E7-F0FB-4893-A9FC-A2775C2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Priorité recommandée: stabiliser les règles d'accès, les tests et le pilotage opérationnel avant les automatisations avancées.</a:t>
            </a:r>
          </a:p>
        </p:txBody>
      </p:sp>
    </p:spTree>
    <p:extLst>
      <p:ext uri="{BB962C8B-B14F-4D97-AF65-F5344CB8AC3E}">
        <p14:creationId xmlns:p14="http://schemas.microsoft.com/office/powerpoint/2010/main" val="24331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2026-09-09T12:07:06.2130000Z</dcterms:created>
  <dcterms:modified xsi:type="dcterms:W3CDTF">2026-09-09T12:07:06.2130000Z</dcterms:modified>
</coreProperties>
</file>