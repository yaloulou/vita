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683e6e0eae4935" /><Relationship Type="http://schemas.openxmlformats.org/officeDocument/2006/relationships/extended-properties" Target="/docProps/app.xml" Id="R69c2777547624351" /><Relationship Type="http://schemas.openxmlformats.org/officeDocument/2006/relationships/officeDocument" Target="/ppt/presentation.xml" Id="Rbc073f733f61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e70bcdb27b47bc"/>
  </p:sldMasterIdLst>
  <p:notesMasterIdLst>
    <p:notesMasterId xmlns:r="http://schemas.openxmlformats.org/officeDocument/2006/relationships" r:id="R6256e48124244af4"/>
  </p:notesMasterIdLst>
  <p:sldIdLst>
    <p:sldId xmlns:r="http://schemas.openxmlformats.org/officeDocument/2006/relationships" id="256" r:id="R69fe63297bf94a93"/>
    <p:sldId xmlns:r="http://schemas.openxmlformats.org/officeDocument/2006/relationships" id="257" r:id="R1e59831e2da041dd"/>
    <p:sldId xmlns:r="http://schemas.openxmlformats.org/officeDocument/2006/relationships" id="258" r:id="R83a5d974698b45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5a6bbc530e4440" /><Relationship Type="http://schemas.openxmlformats.org/officeDocument/2006/relationships/slideMaster" Target="/ppt/slideMasters/slideMaster1.xml" Id="R5fe70bcdb27b47bc" /><Relationship Type="http://schemas.openxmlformats.org/officeDocument/2006/relationships/notesMaster" Target="/ppt/notesMasters/notesMaster1.xml" Id="R6256e48124244af4" /><Relationship Type="http://schemas.openxmlformats.org/officeDocument/2006/relationships/presProps" Target="/ppt/presProps.xml" Id="R839f887ce2d74677" /><Relationship Type="http://schemas.openxmlformats.org/officeDocument/2006/relationships/tableStyles" Target="/ppt/tableStyles.xml" Id="Rd27e7c63ec7b4dda" /><Relationship Type="http://schemas.openxmlformats.org/officeDocument/2006/relationships/slide" Target="/ppt/slides/slide1.xml" Id="R69fe63297bf94a93" /><Relationship Type="http://schemas.openxmlformats.org/officeDocument/2006/relationships/slide" Target="/ppt/slides/slide2.xml" Id="R1e59831e2da041dd" /><Relationship Type="http://schemas.openxmlformats.org/officeDocument/2006/relationships/slide" Target="/ppt/slides/slide3.xml" Id="R83a5d974698b45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6d17f7b75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68ce29f9146cd" /><Relationship Type="http://schemas.openxmlformats.org/officeDocument/2006/relationships/notesMaster" Target="/ppt/notesMasters/notesMaster1.xml" Id="R568c62838e94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9a5bf0a94b4294" /><Relationship Type="http://schemas.openxmlformats.org/officeDocument/2006/relationships/notesMaster" Target="/ppt/notesMasters/notesMaster1.xml" Id="Rcc0c325893bf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37f0d0ac04cfb" /><Relationship Type="http://schemas.openxmlformats.org/officeDocument/2006/relationships/notesMaster" Target="/ppt/notesMasters/notesMaster1.xml" Id="R25e5a81a28da4b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utilisateurs et référentiel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deux captures du module Alertes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captures de connexion mobile et formulaire de saisie stock fournies par l'utilisateur.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5f9828ce8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ffc65803f8464f" /><Relationship Type="http://schemas.openxmlformats.org/officeDocument/2006/relationships/slideLayout" Target="/ppt/slideLayouts/slideLayout1.xml" Id="Rf3d14d6e13424a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14d6e13424a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06f4a73a640f1" /><Relationship Type="http://schemas.openxmlformats.org/officeDocument/2006/relationships/image" Target="/ppt/media/image.jpeg" Id="Rfcac8365bff84905" /><Relationship Type="http://schemas.openxmlformats.org/officeDocument/2006/relationships/image" Target="/ppt/media/image2.jpeg" Id="R7e8f4d157f9a4945" /><Relationship Type="http://schemas.openxmlformats.org/officeDocument/2006/relationships/notesSlide" Target="/ppt/notesSlides/notesSlide1.xml" Id="R3963e341a55d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598ca87994a3f" /><Relationship Type="http://schemas.openxmlformats.org/officeDocument/2006/relationships/image" Target="/ppt/media/image3.jpeg" Id="Rc3cf4fc3b7ed43b0" /><Relationship Type="http://schemas.openxmlformats.org/officeDocument/2006/relationships/image" Target="/ppt/media/image4.jpeg" Id="Rdab946b5a4ed42b6" /><Relationship Type="http://schemas.openxmlformats.org/officeDocument/2006/relationships/notesSlide" Target="/ppt/notesSlides/notesSlide2.xml" Id="R82274353a029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bb45fce9a487a" /><Relationship Type="http://schemas.openxmlformats.org/officeDocument/2006/relationships/image" Target="/ppt/media/image5.jpeg" Id="Rccf23df51a604873" /><Relationship Type="http://schemas.openxmlformats.org/officeDocument/2006/relationships/image" Target="/ppt/media/image6.jpeg" Id="R93fd341c20e143a5" /><Relationship Type="http://schemas.openxmlformats.org/officeDocument/2006/relationships/notesSlide" Target="/ppt/notesSlides/notesSlide3.xml" Id="Rb4f5f795541b41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30B91-BACF-48C1-9781-AB95462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admin: utilisateurs et référentiel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946DD-B5C5-4B3A-8855-DDED57FF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la préparation des comptes, des structures et du produit Vitamine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D45C6-0D9A-4087-95EB-A6F598E1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188B4-5782-4506-AE60-8ABC780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5A"/>
          </a:solidFill>
          <a:ln xmlns:a="http://schemas.openxmlformats.org/drawingml/2006/main" w="0">
            <a:solidFill>
              <a:srgbClr val="0B7F5A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c8365bff84905"/>
          <a:srcRect xmlns:a="http://schemas.openxmlformats.org/drawingml/2006/main" l="0" t="1756" r="0" b="1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28750"/>
            <a:ext cx="4953000" cy="2571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f4d157f9a4945"/>
          <a:stretch xmlns:a="http://schemas.openxmlformats.org/drawingml/2006/main"/>
        </p:blipFill>
        <p:spPr>
          <a:xfrm xmlns:a="http://schemas.openxmlformats.org/drawingml/2006/main">
            <a:off x="1381602" y="4171950"/>
            <a:ext cx="3370896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BF80B-A8B4-455A-B05C-34DE33FB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Création des utilisateurs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A5785-CCF3-4405-9673-92024543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716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permet de créer un compte, choisir un rôle, définir un périmètre et affecter l'utilisateur à une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F959B-7C1B-4550-939B-CB03852C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7F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7F5A"/>
                </a:solidFill>
                <a:latin typeface="Aptos"/>
                <a:ea typeface="Aptos"/>
                <a:cs typeface="Aptos"/>
              </a:rPr>
              <a:t>Comptes actifs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F085C-3F61-4CD1-B716-71BAC4A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liste affiche les utilisateurs existants avec téléphone, rôle et statut. Elle sert au suivi des accès terrain et supervision.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C6837-F065-4F62-AF21-2DD1192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Référentiel sanitaire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AC9C4-52F2-4B5D-8622-5DDD959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formulaires couvrent province, zone de santé, structure et produit. Vitamine A apparaît comme produit suivi en capsule.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DAF2D-CE18-49F9-8BD5-014B75B6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874551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9D23E-8106-4E87-94DD-88173E1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Console admin: alertes opérationnelles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351B-FCB7-41AC-91FA-E7D7C0DF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deux captures montrent le même module de suivi des risques et retards de rapport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9877C-C1DE-4B8D-82E0-CA8DAB6D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C0C1C-1C25-4A1E-9BB2-0CF2BEA2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f4fc3b7ed43b0"/>
          <a:srcRect xmlns:a="http://schemas.openxmlformats.org/drawingml/2006/main" l="2134" t="0" r="2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66850"/>
            <a:ext cx="5191125" cy="29146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946b5a4ed42b6"/>
          <a:srcRect xmlns:a="http://schemas.openxmlformats.org/drawingml/2006/main" l="0" t="27811" r="0" b="278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591050"/>
            <a:ext cx="5191125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EF77B-6A58-4655-A4D8-0763081E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Évaluer les alertes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83FB6-5818-4EB4-9489-F5604B53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90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bouton en haut à droite permet de relancer l'analyse des situations à risque à partir des données disponibles.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10664-2809-44F2-9AE3-A5FE2A6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Stock critique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18E58-7334-45C5-9417-B5E83CBA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L'alerte critical_stock signale CS Binza avec environ 1 jour de stock restant pour la Vitamine 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078DA-C0FD-48CF-B931-99C3D08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Rapport manquant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C5115-E459-4330-9FC8-E8355250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L'alerte missing_report signale CS Nzanza lorsque le rapport attendu n'a pas été reçu à temps.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303B1-010A-407F-ACB9-3265188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Traitement des alertes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1F824-B601-4FC7-A73C-47AC905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054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Les actions à droite de chaque ligne servent à accuser réception ou résoudre une alerte suivie par les responsables.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EB627-F3D4-4DBC-9270-73C0CF4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240030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41AA8-B709-4AB0-BA4D-A184E90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Application mobile: connexion et saisie stock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CBF43-463E-429E-AB34-8322DA2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captures montrent le parcours terrain, de l'identification à l'enregistrement du rapport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51C91-EEC2-4ECC-9C2E-038D401F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B9005-7815-46D4-972F-048F5DC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811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solidFill>
              <a:srgbClr val="285E8E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23df51a604873"/>
          <a:srcRect xmlns:a="http://schemas.openxmlformats.org/drawingml/2006/main" l="0" t="18846" r="0" b="18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428750"/>
            <a:ext cx="2476500" cy="3429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d341c20e143a5"/>
          <a:stretch xmlns:a="http://schemas.openxmlformats.org/drawingml/2006/main"/>
        </p:blipFill>
        <p:spPr>
          <a:xfrm xmlns:a="http://schemas.openxmlformats.org/drawingml/2006/main">
            <a:off x="3826669" y="1352550"/>
            <a:ext cx="1928813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EDC4A-89CF-4002-A5CF-ACBC1996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478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Connexion terrain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A1180-FD0D-4E83-9112-660492BA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14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L'utilisateur se connecte avec téléphone ou email et mot de passe. L'écran reprend l'identité VitA Stock.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32E8F-0066-491F-BD6F-DC099D27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670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Profil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03F8A-D74A-44C3-B432-6F2B670E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337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Le formulaire affiche l'utilisateur connecté, ici un relais communautaire, avant la saisie des données.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26D11-3513-42D0-AE61-41EBA83B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862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Formulaire complet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B7BD0-110D-4F2A-8A84-A9A2513C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529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saisie couvre structure, produit, période, quantités reçues, distribuées et disponibles.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EE060-6F6F-40E6-A234-A9006AF8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054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85E8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85E8E"/>
                </a:solidFill>
                <a:latin typeface="Aptos"/>
                <a:ea typeface="Aptos"/>
                <a:cs typeface="Aptos"/>
              </a:rPr>
              <a:t>Rupture déclarée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AE62D-7686-4041-902D-DB573367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3721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 bascule de rupture et le commentaire optionnel ajoutent le contexte nécessaire aux superviseurs.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78997-86BA-4E5C-BCF8-FE912160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KSPH VitA Stock</a:t>
            </a:r>
          </a:p>
        </p:txBody>
      </p:sp>
    </p:spTree>
    <p:extLst>
      <p:ext uri="{BB962C8B-B14F-4D97-AF65-F5344CB8AC3E}">
        <p14:creationId xmlns:p14="http://schemas.microsoft.com/office/powerpoint/2010/main" val="1311104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2026-09-23T13:59:00.5830000Z</dcterms:created>
  <dcterms:modified xsi:type="dcterms:W3CDTF">2026-09-23T13:59:00.5830000Z</dcterms:modified>
</coreProperties>
</file>